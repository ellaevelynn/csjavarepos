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Lexend"/>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 roundtripDataSignature="AMtx7mhs3kvCJ56U9RnWb9HEUCCsw00Y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B71581D-318D-48C0-ABFC-324BFBDC6A3F}">
  <a:tblStyle styleId="{8B71581D-318D-48C0-ABFC-324BFBDC6A3F}" styleName="Table_0">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1B39AA8-8277-4932-93CB-70887315009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Lexend-regular.fntdata"/><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24" Type="http://customschemas.google.com/relationships/presentationmetadata" Target="metadata"/><Relationship Id="rId12" Type="http://schemas.openxmlformats.org/officeDocument/2006/relationships/slide" Target="slides/slide6.xml"/><Relationship Id="rId23" Type="http://schemas.openxmlformats.org/officeDocument/2006/relationships/font" Target="fonts/Lexend-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 name="Google Shape;5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e2f9e4869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be2f9e4869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be2f9e486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be2f9e4869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be2f9e486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be2f9e4869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e2f9e486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3be2f9e4869_0_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be2f9e486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be2f9e4869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b42e763e9c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b42e763e9c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e2f9e4869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be2f9e4869_0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be2f9e486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be2f9e4869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be2f9e486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g3be2f9e4869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42e763e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42e763e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e2f9e4869_0_2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3be2f9e4869_0_2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be2f9e4869_0_2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3be2f9e4869_0_2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e2f9e4869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be2f9e4869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7"/>
          <p:cNvSpPr txBox="1"/>
          <p:nvPr>
            <p:ph type="ctrTitle"/>
          </p:nvPr>
        </p:nvSpPr>
        <p:spPr>
          <a:xfrm>
            <a:off x="685800" y="1597819"/>
            <a:ext cx="7772400" cy="11025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400"/>
              <a:buFont typeface="Lexend"/>
              <a:buNone/>
              <a:defRPr sz="3100">
                <a:latin typeface="Lexend"/>
                <a:ea typeface="Lexend"/>
                <a:cs typeface="Lexend"/>
                <a:sym typeface="Lexend"/>
              </a:defRPr>
            </a:lvl1pPr>
            <a:lvl2pPr lvl="1" algn="l">
              <a:lnSpc>
                <a:spcPct val="100000"/>
              </a:lnSpc>
              <a:spcBef>
                <a:spcPts val="0"/>
              </a:spcBef>
              <a:spcAft>
                <a:spcPts val="0"/>
              </a:spcAft>
              <a:buSzPts val="1400"/>
              <a:buFont typeface="Lexend"/>
              <a:buNone/>
              <a:defRPr>
                <a:latin typeface="Lexend"/>
                <a:ea typeface="Lexend"/>
                <a:cs typeface="Lexend"/>
                <a:sym typeface="Lexend"/>
              </a:defRPr>
            </a:lvl2pPr>
            <a:lvl3pPr lvl="2" algn="l">
              <a:lnSpc>
                <a:spcPct val="100000"/>
              </a:lnSpc>
              <a:spcBef>
                <a:spcPts val="0"/>
              </a:spcBef>
              <a:spcAft>
                <a:spcPts val="0"/>
              </a:spcAft>
              <a:buSzPts val="1400"/>
              <a:buFont typeface="Lexend"/>
              <a:buNone/>
              <a:defRPr>
                <a:latin typeface="Lexend"/>
                <a:ea typeface="Lexend"/>
                <a:cs typeface="Lexend"/>
                <a:sym typeface="Lexend"/>
              </a:defRPr>
            </a:lvl3pPr>
            <a:lvl4pPr lvl="3" algn="l">
              <a:lnSpc>
                <a:spcPct val="100000"/>
              </a:lnSpc>
              <a:spcBef>
                <a:spcPts val="0"/>
              </a:spcBef>
              <a:spcAft>
                <a:spcPts val="0"/>
              </a:spcAft>
              <a:buSzPts val="1400"/>
              <a:buFont typeface="Lexend"/>
              <a:buNone/>
              <a:defRPr>
                <a:latin typeface="Lexend"/>
                <a:ea typeface="Lexend"/>
                <a:cs typeface="Lexend"/>
                <a:sym typeface="Lexend"/>
              </a:defRPr>
            </a:lvl4pPr>
            <a:lvl5pPr lvl="4" algn="l">
              <a:lnSpc>
                <a:spcPct val="100000"/>
              </a:lnSpc>
              <a:spcBef>
                <a:spcPts val="0"/>
              </a:spcBef>
              <a:spcAft>
                <a:spcPts val="0"/>
              </a:spcAft>
              <a:buSzPts val="1400"/>
              <a:buFont typeface="Lexend"/>
              <a:buNone/>
              <a:defRPr>
                <a:latin typeface="Lexend"/>
                <a:ea typeface="Lexend"/>
                <a:cs typeface="Lexend"/>
                <a:sym typeface="Lexend"/>
              </a:defRPr>
            </a:lvl5pPr>
            <a:lvl6pPr lvl="5" algn="l">
              <a:lnSpc>
                <a:spcPct val="100000"/>
              </a:lnSpc>
              <a:spcBef>
                <a:spcPts val="0"/>
              </a:spcBef>
              <a:spcAft>
                <a:spcPts val="0"/>
              </a:spcAft>
              <a:buSzPts val="1400"/>
              <a:buFont typeface="Lexend"/>
              <a:buNone/>
              <a:defRPr>
                <a:latin typeface="Lexend"/>
                <a:ea typeface="Lexend"/>
                <a:cs typeface="Lexend"/>
                <a:sym typeface="Lexend"/>
              </a:defRPr>
            </a:lvl6pPr>
            <a:lvl7pPr lvl="6" algn="l">
              <a:lnSpc>
                <a:spcPct val="100000"/>
              </a:lnSpc>
              <a:spcBef>
                <a:spcPts val="0"/>
              </a:spcBef>
              <a:spcAft>
                <a:spcPts val="0"/>
              </a:spcAft>
              <a:buSzPts val="1400"/>
              <a:buFont typeface="Lexend"/>
              <a:buNone/>
              <a:defRPr>
                <a:latin typeface="Lexend"/>
                <a:ea typeface="Lexend"/>
                <a:cs typeface="Lexend"/>
                <a:sym typeface="Lexend"/>
              </a:defRPr>
            </a:lvl7pPr>
            <a:lvl8pPr lvl="7" algn="l">
              <a:lnSpc>
                <a:spcPct val="100000"/>
              </a:lnSpc>
              <a:spcBef>
                <a:spcPts val="0"/>
              </a:spcBef>
              <a:spcAft>
                <a:spcPts val="0"/>
              </a:spcAft>
              <a:buSzPts val="1400"/>
              <a:buFont typeface="Lexend"/>
              <a:buNone/>
              <a:defRPr>
                <a:latin typeface="Lexend"/>
                <a:ea typeface="Lexend"/>
                <a:cs typeface="Lexend"/>
                <a:sym typeface="Lexend"/>
              </a:defRPr>
            </a:lvl8pPr>
            <a:lvl9pPr lvl="8" algn="l">
              <a:lnSpc>
                <a:spcPct val="100000"/>
              </a:lnSpc>
              <a:spcBef>
                <a:spcPts val="0"/>
              </a:spcBef>
              <a:spcAft>
                <a:spcPts val="0"/>
              </a:spcAft>
              <a:buSzPts val="1400"/>
              <a:buFont typeface="Lexend"/>
              <a:buNone/>
              <a:defRPr>
                <a:latin typeface="Lexend"/>
                <a:ea typeface="Lexend"/>
                <a:cs typeface="Lexend"/>
                <a:sym typeface="Lexend"/>
              </a:defRPr>
            </a:lvl9pPr>
          </a:lstStyle>
          <a:p/>
        </p:txBody>
      </p:sp>
      <p:sp>
        <p:nvSpPr>
          <p:cNvPr id="13" name="Google Shape;13;p27"/>
          <p:cNvSpPr txBox="1"/>
          <p:nvPr>
            <p:ph idx="1" type="subTitle"/>
          </p:nvPr>
        </p:nvSpPr>
        <p:spPr>
          <a:xfrm>
            <a:off x="1371600" y="2914650"/>
            <a:ext cx="6400800" cy="1314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434343"/>
              </a:buClr>
              <a:buSzPts val="3200"/>
              <a:buNone/>
              <a:defRPr>
                <a:solidFill>
                  <a:srgbClr val="434343"/>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7"/>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7"/>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7"/>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28"/>
          <p:cNvSpPr txBox="1"/>
          <p:nvPr>
            <p:ph type="title"/>
          </p:nvPr>
        </p:nvSpPr>
        <p:spPr>
          <a:xfrm>
            <a:off x="311700" y="254900"/>
            <a:ext cx="8520600" cy="5727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1400"/>
              <a:buFont typeface="Lexend"/>
              <a:buNone/>
              <a:defRPr>
                <a:latin typeface="Lexend"/>
                <a:ea typeface="Lexend"/>
                <a:cs typeface="Lexend"/>
                <a:sym typeface="Lexend"/>
              </a:defRPr>
            </a:lvl2pPr>
            <a:lvl3pPr lvl="2" algn="l">
              <a:lnSpc>
                <a:spcPct val="100000"/>
              </a:lnSpc>
              <a:spcBef>
                <a:spcPts val="0"/>
              </a:spcBef>
              <a:spcAft>
                <a:spcPts val="0"/>
              </a:spcAft>
              <a:buSzPts val="1400"/>
              <a:buFont typeface="Lexend"/>
              <a:buNone/>
              <a:defRPr>
                <a:latin typeface="Lexend"/>
                <a:ea typeface="Lexend"/>
                <a:cs typeface="Lexend"/>
                <a:sym typeface="Lexend"/>
              </a:defRPr>
            </a:lvl3pPr>
            <a:lvl4pPr lvl="3" algn="l">
              <a:lnSpc>
                <a:spcPct val="100000"/>
              </a:lnSpc>
              <a:spcBef>
                <a:spcPts val="0"/>
              </a:spcBef>
              <a:spcAft>
                <a:spcPts val="0"/>
              </a:spcAft>
              <a:buSzPts val="1400"/>
              <a:buFont typeface="Lexend"/>
              <a:buNone/>
              <a:defRPr>
                <a:latin typeface="Lexend"/>
                <a:ea typeface="Lexend"/>
                <a:cs typeface="Lexend"/>
                <a:sym typeface="Lexend"/>
              </a:defRPr>
            </a:lvl4pPr>
            <a:lvl5pPr lvl="4" algn="l">
              <a:lnSpc>
                <a:spcPct val="100000"/>
              </a:lnSpc>
              <a:spcBef>
                <a:spcPts val="0"/>
              </a:spcBef>
              <a:spcAft>
                <a:spcPts val="0"/>
              </a:spcAft>
              <a:buSzPts val="1400"/>
              <a:buFont typeface="Lexend"/>
              <a:buNone/>
              <a:defRPr>
                <a:latin typeface="Lexend"/>
                <a:ea typeface="Lexend"/>
                <a:cs typeface="Lexend"/>
                <a:sym typeface="Lexend"/>
              </a:defRPr>
            </a:lvl5pPr>
            <a:lvl6pPr lvl="5" algn="l">
              <a:lnSpc>
                <a:spcPct val="100000"/>
              </a:lnSpc>
              <a:spcBef>
                <a:spcPts val="0"/>
              </a:spcBef>
              <a:spcAft>
                <a:spcPts val="0"/>
              </a:spcAft>
              <a:buSzPts val="1400"/>
              <a:buFont typeface="Lexend"/>
              <a:buNone/>
              <a:defRPr>
                <a:latin typeface="Lexend"/>
                <a:ea typeface="Lexend"/>
                <a:cs typeface="Lexend"/>
                <a:sym typeface="Lexend"/>
              </a:defRPr>
            </a:lvl6pPr>
            <a:lvl7pPr lvl="6" algn="l">
              <a:lnSpc>
                <a:spcPct val="100000"/>
              </a:lnSpc>
              <a:spcBef>
                <a:spcPts val="0"/>
              </a:spcBef>
              <a:spcAft>
                <a:spcPts val="0"/>
              </a:spcAft>
              <a:buSzPts val="1400"/>
              <a:buFont typeface="Lexend"/>
              <a:buNone/>
              <a:defRPr>
                <a:latin typeface="Lexend"/>
                <a:ea typeface="Lexend"/>
                <a:cs typeface="Lexend"/>
                <a:sym typeface="Lexend"/>
              </a:defRPr>
            </a:lvl7pPr>
            <a:lvl8pPr lvl="7" algn="l">
              <a:lnSpc>
                <a:spcPct val="100000"/>
              </a:lnSpc>
              <a:spcBef>
                <a:spcPts val="0"/>
              </a:spcBef>
              <a:spcAft>
                <a:spcPts val="0"/>
              </a:spcAft>
              <a:buSzPts val="1400"/>
              <a:buFont typeface="Lexend"/>
              <a:buNone/>
              <a:defRPr>
                <a:latin typeface="Lexend"/>
                <a:ea typeface="Lexend"/>
                <a:cs typeface="Lexend"/>
                <a:sym typeface="Lexend"/>
              </a:defRPr>
            </a:lvl8pPr>
            <a:lvl9pPr lvl="8" algn="l">
              <a:lnSpc>
                <a:spcPct val="100000"/>
              </a:lnSpc>
              <a:spcBef>
                <a:spcPts val="0"/>
              </a:spcBef>
              <a:spcAft>
                <a:spcPts val="0"/>
              </a:spcAft>
              <a:buSzPts val="1400"/>
              <a:buFont typeface="Lexend"/>
              <a:buNone/>
              <a:defRPr>
                <a:latin typeface="Lexend"/>
                <a:ea typeface="Lexend"/>
                <a:cs typeface="Lexend"/>
                <a:sym typeface="Lexend"/>
              </a:defRPr>
            </a:lvl9pPr>
          </a:lstStyle>
          <a:p/>
        </p:txBody>
      </p:sp>
      <p:sp>
        <p:nvSpPr>
          <p:cNvPr id="19" name="Google Shape;19;p28"/>
          <p:cNvSpPr txBox="1"/>
          <p:nvPr>
            <p:ph idx="1" type="body"/>
          </p:nvPr>
        </p:nvSpPr>
        <p:spPr>
          <a:xfrm>
            <a:off x="311700" y="863550"/>
            <a:ext cx="8520600" cy="3842700"/>
          </a:xfrm>
          <a:prstGeom prst="rect">
            <a:avLst/>
          </a:prstGeom>
          <a:noFill/>
          <a:ln>
            <a:noFill/>
          </a:ln>
        </p:spPr>
        <p:txBody>
          <a:bodyPr anchorCtr="0" anchor="t" bIns="45700" lIns="91425" spcFirstLastPara="1" rIns="91425" wrap="square" tIns="45700">
            <a:normAutofit/>
          </a:bodyPr>
          <a:lstStyle>
            <a:lvl1pPr indent="-336550" lvl="0" marL="457200" algn="l">
              <a:lnSpc>
                <a:spcPct val="100000"/>
              </a:lnSpc>
              <a:spcBef>
                <a:spcPts val="640"/>
              </a:spcBef>
              <a:spcAft>
                <a:spcPts val="0"/>
              </a:spcAft>
              <a:buSzPts val="1700"/>
              <a:buChar char="•"/>
              <a:defRPr sz="1700"/>
            </a:lvl1pPr>
            <a:lvl2pPr indent="-323850" lvl="1" marL="914400" algn="l">
              <a:lnSpc>
                <a:spcPct val="100000"/>
              </a:lnSpc>
              <a:spcBef>
                <a:spcPts val="560"/>
              </a:spcBef>
              <a:spcAft>
                <a:spcPts val="0"/>
              </a:spcAft>
              <a:buSzPts val="1500"/>
              <a:buChar char="–"/>
              <a:defRPr sz="1500"/>
            </a:lvl2pPr>
            <a:lvl3pPr indent="-317500" lvl="2" marL="1371600" algn="l">
              <a:lnSpc>
                <a:spcPct val="100000"/>
              </a:lnSpc>
              <a:spcBef>
                <a:spcPts val="480"/>
              </a:spcBef>
              <a:spcAft>
                <a:spcPts val="0"/>
              </a:spcAft>
              <a:buSzPts val="1400"/>
              <a:buChar char="•"/>
              <a:defRPr/>
            </a:lvl3pPr>
            <a:lvl4pPr indent="-317500" lvl="3" marL="1828800" algn="l">
              <a:lnSpc>
                <a:spcPct val="100000"/>
              </a:lnSpc>
              <a:spcBef>
                <a:spcPts val="400"/>
              </a:spcBef>
              <a:spcAft>
                <a:spcPts val="0"/>
              </a:spcAft>
              <a:buSzPts val="1400"/>
              <a:buChar char="–"/>
              <a:defRPr/>
            </a:lvl4pPr>
            <a:lvl5pPr indent="-317500" lvl="4" marL="2286000" algn="l">
              <a:lnSpc>
                <a:spcPct val="100000"/>
              </a:lnSpc>
              <a:spcBef>
                <a:spcPts val="400"/>
              </a:spcBef>
              <a:spcAft>
                <a:spcPts val="0"/>
              </a:spcAft>
              <a:buSzPts val="1400"/>
              <a:buChar char="»"/>
              <a:defRPr/>
            </a:lvl5pPr>
            <a:lvl6pPr indent="-317500" lvl="5" marL="2743200" algn="l">
              <a:lnSpc>
                <a:spcPct val="100000"/>
              </a:lnSpc>
              <a:spcBef>
                <a:spcPts val="400"/>
              </a:spcBef>
              <a:spcAft>
                <a:spcPts val="0"/>
              </a:spcAft>
              <a:buSzPts val="1400"/>
              <a:buChar char="•"/>
              <a:defRPr/>
            </a:lvl6pPr>
            <a:lvl7pPr indent="-317500" lvl="6" marL="3200400" algn="l">
              <a:lnSpc>
                <a:spcPct val="100000"/>
              </a:lnSpc>
              <a:spcBef>
                <a:spcPts val="400"/>
              </a:spcBef>
              <a:spcAft>
                <a:spcPts val="0"/>
              </a:spcAft>
              <a:buSzPts val="1400"/>
              <a:buChar char="•"/>
              <a:defRPr/>
            </a:lvl7pPr>
            <a:lvl8pPr indent="-317500" lvl="7" marL="3657600" algn="l">
              <a:lnSpc>
                <a:spcPct val="100000"/>
              </a:lnSpc>
              <a:spcBef>
                <a:spcPts val="400"/>
              </a:spcBef>
              <a:spcAft>
                <a:spcPts val="0"/>
              </a:spcAft>
              <a:buSzPts val="1400"/>
              <a:buChar char="•"/>
              <a:defRPr/>
            </a:lvl8pPr>
            <a:lvl9pPr indent="-317500" lvl="8" marL="4114800" algn="l">
              <a:lnSpc>
                <a:spcPct val="100000"/>
              </a:lnSpc>
              <a:spcBef>
                <a:spcPts val="400"/>
              </a:spcBef>
              <a:spcAft>
                <a:spcPts val="0"/>
              </a:spcAft>
              <a:buSzPts val="1400"/>
              <a:buChar char="•"/>
              <a:defRPr/>
            </a:lvl9pPr>
          </a:lstStyle>
          <a:p/>
        </p:txBody>
      </p:sp>
      <p:sp>
        <p:nvSpPr>
          <p:cNvPr id="20" name="Google Shape;20;p28"/>
          <p:cNvSpPr txBox="1"/>
          <p:nvPr>
            <p:ph idx="12" type="sldNum"/>
          </p:nvPr>
        </p:nvSpPr>
        <p:spPr>
          <a:xfrm>
            <a:off x="8472458" y="4663217"/>
            <a:ext cx="548700" cy="3936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322375" y="205987"/>
            <a:ext cx="8229600" cy="4833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800"/>
              <a:buFont typeface="Lexend"/>
              <a:buNone/>
              <a:defRPr sz="2800">
                <a:latin typeface="Lexend"/>
                <a:ea typeface="Lexend"/>
                <a:cs typeface="Lexend"/>
                <a:sym typeface="Lexend"/>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23" name="Google Shape;23;p29"/>
          <p:cNvSpPr txBox="1"/>
          <p:nvPr>
            <p:ph idx="1" type="body"/>
          </p:nvPr>
        </p:nvSpPr>
        <p:spPr>
          <a:xfrm>
            <a:off x="322375" y="689275"/>
            <a:ext cx="8554500" cy="3877800"/>
          </a:xfrm>
          <a:prstGeom prst="rect">
            <a:avLst/>
          </a:prstGeom>
          <a:noFill/>
          <a:ln>
            <a:noFill/>
          </a:ln>
        </p:spPr>
        <p:txBody>
          <a:bodyPr anchorCtr="0" anchor="t" bIns="45700" lIns="91425" spcFirstLastPara="1" rIns="91425" wrap="square" tIns="45700">
            <a:normAutofit/>
          </a:bodyPr>
          <a:lstStyle>
            <a:lvl1pPr indent="-292100" lvl="0" marL="457200" algn="l">
              <a:lnSpc>
                <a:spcPct val="100000"/>
              </a:lnSpc>
              <a:spcBef>
                <a:spcPts val="360"/>
              </a:spcBef>
              <a:spcAft>
                <a:spcPts val="0"/>
              </a:spcAft>
              <a:buClr>
                <a:schemeClr val="dk1"/>
              </a:buClr>
              <a:buSzPts val="1000"/>
              <a:buFont typeface="Lexend"/>
              <a:buChar char="•"/>
              <a:defRPr>
                <a:latin typeface="Lexend"/>
                <a:ea typeface="Lexend"/>
                <a:cs typeface="Lexend"/>
                <a:sym typeface="Lexend"/>
              </a:defRPr>
            </a:lvl1pPr>
            <a:lvl2pPr indent="-311150" lvl="1" marL="914400" algn="l">
              <a:lnSpc>
                <a:spcPct val="100000"/>
              </a:lnSpc>
              <a:spcBef>
                <a:spcPts val="360"/>
              </a:spcBef>
              <a:spcAft>
                <a:spcPts val="0"/>
              </a:spcAft>
              <a:buClr>
                <a:schemeClr val="dk1"/>
              </a:buClr>
              <a:buSzPts val="1300"/>
              <a:buFont typeface="Lexend"/>
              <a:buChar char="–"/>
              <a:defRPr>
                <a:latin typeface="Lexend"/>
                <a:ea typeface="Lexend"/>
                <a:cs typeface="Lexend"/>
                <a:sym typeface="Lexend"/>
              </a:defRPr>
            </a:lvl2pPr>
            <a:lvl3pPr indent="-317500" lvl="2" marL="13716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3pPr>
            <a:lvl4pPr indent="-317500" lvl="3" marL="18288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4pPr>
            <a:lvl5pPr indent="-317500" lvl="4" marL="22860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5pPr>
            <a:lvl6pPr indent="-317500" lvl="5" marL="27432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6pPr>
            <a:lvl7pPr indent="-317500" lvl="6" marL="32004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7pPr>
            <a:lvl8pPr indent="-317500" lvl="7" marL="36576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8pPr>
            <a:lvl9pPr indent="-317500" lvl="8" marL="4114800" algn="l">
              <a:lnSpc>
                <a:spcPct val="100000"/>
              </a:lnSpc>
              <a:spcBef>
                <a:spcPts val="360"/>
              </a:spcBef>
              <a:spcAft>
                <a:spcPts val="0"/>
              </a:spcAft>
              <a:buClr>
                <a:schemeClr val="dk1"/>
              </a:buClr>
              <a:buSzPts val="1400"/>
              <a:buFont typeface="Lexend"/>
              <a:buChar char="•"/>
              <a:defRPr>
                <a:latin typeface="Lexend"/>
                <a:ea typeface="Lexend"/>
                <a:cs typeface="Lexend"/>
                <a:sym typeface="Lexend"/>
              </a:defRPr>
            </a:lvl9pPr>
          </a:lstStyle>
          <a:p/>
        </p:txBody>
      </p:sp>
      <p:sp>
        <p:nvSpPr>
          <p:cNvPr id="24" name="Google Shape;24;p29"/>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9"/>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b" type="twoObj">
  <p:cSld name="TWO_OBJECTS">
    <p:spTree>
      <p:nvGrpSpPr>
        <p:cNvPr id="27" name="Shape 27"/>
        <p:cNvGrpSpPr/>
        <p:nvPr/>
      </p:nvGrpSpPr>
      <p:grpSpPr>
        <a:xfrm>
          <a:off x="0" y="0"/>
          <a:ext cx="0" cy="0"/>
          <a:chOff x="0" y="0"/>
          <a:chExt cx="0" cy="0"/>
        </a:xfrm>
      </p:grpSpPr>
      <p:sp>
        <p:nvSpPr>
          <p:cNvPr id="28" name="Google Shape;28;p30"/>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30"/>
          <p:cNvSpPr txBox="1"/>
          <p:nvPr>
            <p:ph idx="1" type="body"/>
          </p:nvPr>
        </p:nvSpPr>
        <p:spPr>
          <a:xfrm>
            <a:off x="457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560"/>
              </a:spcBef>
              <a:spcAft>
                <a:spcPts val="0"/>
              </a:spcAft>
              <a:buClr>
                <a:schemeClr val="dk1"/>
              </a:buClr>
              <a:buSzPts val="1800"/>
              <a:buChar char="•"/>
              <a:defRPr/>
            </a:lvl1pPr>
            <a:lvl2pPr indent="-330200" lvl="1" marL="914400" algn="l">
              <a:lnSpc>
                <a:spcPct val="100000"/>
              </a:lnSpc>
              <a:spcBef>
                <a:spcPts val="480"/>
              </a:spcBef>
              <a:spcAft>
                <a:spcPts val="0"/>
              </a:spcAft>
              <a:buClr>
                <a:schemeClr val="dk1"/>
              </a:buClr>
              <a:buSzPts val="1600"/>
              <a:buChar char="–"/>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360"/>
              </a:spcBef>
              <a:spcAft>
                <a:spcPts val="0"/>
              </a:spcAft>
              <a:buClr>
                <a:schemeClr val="dk1"/>
              </a:buClr>
              <a:buSzPts val="1400"/>
              <a:buChar char="–"/>
              <a:defRPr/>
            </a:lvl4pPr>
            <a:lvl5pPr indent="-317500" lvl="4" marL="2286000" algn="l">
              <a:lnSpc>
                <a:spcPct val="100000"/>
              </a:lnSpc>
              <a:spcBef>
                <a:spcPts val="360"/>
              </a:spcBef>
              <a:spcAft>
                <a:spcPts val="0"/>
              </a:spcAft>
              <a:buClr>
                <a:schemeClr val="dk1"/>
              </a:buClr>
              <a:buSzPts val="1400"/>
              <a:buChar char="»"/>
              <a:defRPr/>
            </a:lvl5pPr>
            <a:lvl6pPr indent="-317500" lvl="5" marL="2743200" algn="l">
              <a:lnSpc>
                <a:spcPct val="100000"/>
              </a:lnSpc>
              <a:spcBef>
                <a:spcPts val="360"/>
              </a:spcBef>
              <a:spcAft>
                <a:spcPts val="0"/>
              </a:spcAft>
              <a:buClr>
                <a:schemeClr val="dk1"/>
              </a:buClr>
              <a:buSzPts val="1400"/>
              <a:buChar char="•"/>
              <a:defRPr/>
            </a:lvl6pPr>
            <a:lvl7pPr indent="-317500" lvl="6" marL="3200400" algn="l">
              <a:lnSpc>
                <a:spcPct val="100000"/>
              </a:lnSpc>
              <a:spcBef>
                <a:spcPts val="360"/>
              </a:spcBef>
              <a:spcAft>
                <a:spcPts val="0"/>
              </a:spcAft>
              <a:buClr>
                <a:schemeClr val="dk1"/>
              </a:buClr>
              <a:buSzPts val="1400"/>
              <a:buChar char="•"/>
              <a:defRPr/>
            </a:lvl7pPr>
            <a:lvl8pPr indent="-317500" lvl="7" marL="3657600" algn="l">
              <a:lnSpc>
                <a:spcPct val="100000"/>
              </a:lnSpc>
              <a:spcBef>
                <a:spcPts val="360"/>
              </a:spcBef>
              <a:spcAft>
                <a:spcPts val="0"/>
              </a:spcAft>
              <a:buClr>
                <a:schemeClr val="dk1"/>
              </a:buClr>
              <a:buSzPts val="1400"/>
              <a:buChar char="•"/>
              <a:defRPr/>
            </a:lvl8pPr>
            <a:lvl9pPr indent="-317500" lvl="8" marL="4114800" algn="l">
              <a:lnSpc>
                <a:spcPct val="100000"/>
              </a:lnSpc>
              <a:spcBef>
                <a:spcPts val="360"/>
              </a:spcBef>
              <a:spcAft>
                <a:spcPts val="0"/>
              </a:spcAft>
              <a:buClr>
                <a:schemeClr val="dk1"/>
              </a:buClr>
              <a:buSzPts val="1400"/>
              <a:buChar char="•"/>
              <a:defRPr/>
            </a:lvl9pPr>
          </a:lstStyle>
          <a:p/>
        </p:txBody>
      </p:sp>
      <p:sp>
        <p:nvSpPr>
          <p:cNvPr id="30" name="Google Shape;30;p30"/>
          <p:cNvSpPr txBox="1"/>
          <p:nvPr>
            <p:ph idx="2" type="body"/>
          </p:nvPr>
        </p:nvSpPr>
        <p:spPr>
          <a:xfrm>
            <a:off x="4648200" y="1200150"/>
            <a:ext cx="4038600" cy="3394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560"/>
              </a:spcBef>
              <a:spcAft>
                <a:spcPts val="0"/>
              </a:spcAft>
              <a:buClr>
                <a:schemeClr val="dk1"/>
              </a:buClr>
              <a:buSzPts val="1800"/>
              <a:buChar char="•"/>
              <a:defRPr/>
            </a:lvl1pPr>
            <a:lvl2pPr indent="-330200" lvl="1" marL="914400" algn="l">
              <a:lnSpc>
                <a:spcPct val="100000"/>
              </a:lnSpc>
              <a:spcBef>
                <a:spcPts val="480"/>
              </a:spcBef>
              <a:spcAft>
                <a:spcPts val="0"/>
              </a:spcAft>
              <a:buClr>
                <a:schemeClr val="dk1"/>
              </a:buClr>
              <a:buSzPts val="1600"/>
              <a:buChar char="–"/>
              <a:defRPr/>
            </a:lvl2pPr>
            <a:lvl3pPr indent="-317500" lvl="2" marL="1371600" algn="l">
              <a:lnSpc>
                <a:spcPct val="100000"/>
              </a:lnSpc>
              <a:spcBef>
                <a:spcPts val="400"/>
              </a:spcBef>
              <a:spcAft>
                <a:spcPts val="0"/>
              </a:spcAft>
              <a:buClr>
                <a:schemeClr val="dk1"/>
              </a:buClr>
              <a:buSzPts val="1400"/>
              <a:buChar char="•"/>
              <a:defRPr/>
            </a:lvl3pPr>
            <a:lvl4pPr indent="-317500" lvl="3" marL="1828800" algn="l">
              <a:lnSpc>
                <a:spcPct val="100000"/>
              </a:lnSpc>
              <a:spcBef>
                <a:spcPts val="360"/>
              </a:spcBef>
              <a:spcAft>
                <a:spcPts val="0"/>
              </a:spcAft>
              <a:buClr>
                <a:schemeClr val="dk1"/>
              </a:buClr>
              <a:buSzPts val="1400"/>
              <a:buChar char="–"/>
              <a:defRPr/>
            </a:lvl4pPr>
            <a:lvl5pPr indent="-317500" lvl="4" marL="2286000" algn="l">
              <a:lnSpc>
                <a:spcPct val="100000"/>
              </a:lnSpc>
              <a:spcBef>
                <a:spcPts val="360"/>
              </a:spcBef>
              <a:spcAft>
                <a:spcPts val="0"/>
              </a:spcAft>
              <a:buClr>
                <a:schemeClr val="dk1"/>
              </a:buClr>
              <a:buSzPts val="1400"/>
              <a:buChar char="»"/>
              <a:defRPr/>
            </a:lvl5pPr>
            <a:lvl6pPr indent="-317500" lvl="5" marL="2743200" algn="l">
              <a:lnSpc>
                <a:spcPct val="100000"/>
              </a:lnSpc>
              <a:spcBef>
                <a:spcPts val="360"/>
              </a:spcBef>
              <a:spcAft>
                <a:spcPts val="0"/>
              </a:spcAft>
              <a:buClr>
                <a:schemeClr val="dk1"/>
              </a:buClr>
              <a:buSzPts val="1400"/>
              <a:buChar char="•"/>
              <a:defRPr/>
            </a:lvl6pPr>
            <a:lvl7pPr indent="-317500" lvl="6" marL="3200400" algn="l">
              <a:lnSpc>
                <a:spcPct val="100000"/>
              </a:lnSpc>
              <a:spcBef>
                <a:spcPts val="360"/>
              </a:spcBef>
              <a:spcAft>
                <a:spcPts val="0"/>
              </a:spcAft>
              <a:buClr>
                <a:schemeClr val="dk1"/>
              </a:buClr>
              <a:buSzPts val="1400"/>
              <a:buChar char="•"/>
              <a:defRPr/>
            </a:lvl7pPr>
            <a:lvl8pPr indent="-317500" lvl="7" marL="3657600" algn="l">
              <a:lnSpc>
                <a:spcPct val="100000"/>
              </a:lnSpc>
              <a:spcBef>
                <a:spcPts val="360"/>
              </a:spcBef>
              <a:spcAft>
                <a:spcPts val="0"/>
              </a:spcAft>
              <a:buClr>
                <a:schemeClr val="dk1"/>
              </a:buClr>
              <a:buSzPts val="1400"/>
              <a:buChar char="•"/>
              <a:defRPr/>
            </a:lvl8pPr>
            <a:lvl9pPr indent="-317500" lvl="8" marL="4114800" algn="l">
              <a:lnSpc>
                <a:spcPct val="100000"/>
              </a:lnSpc>
              <a:spcBef>
                <a:spcPts val="360"/>
              </a:spcBef>
              <a:spcAft>
                <a:spcPts val="0"/>
              </a:spcAft>
              <a:buClr>
                <a:schemeClr val="dk1"/>
              </a:buClr>
              <a:buSzPts val="1400"/>
              <a:buChar char="•"/>
              <a:defRPr/>
            </a:lvl9pPr>
          </a:lstStyle>
          <a:p/>
        </p:txBody>
      </p:sp>
      <p:sp>
        <p:nvSpPr>
          <p:cNvPr id="31" name="Google Shape;31;p30"/>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0"/>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0"/>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31"/>
          <p:cNvSpPr txBox="1"/>
          <p:nvPr>
            <p:ph type="title"/>
          </p:nvPr>
        </p:nvSpPr>
        <p:spPr>
          <a:xfrm>
            <a:off x="457200" y="205987"/>
            <a:ext cx="8229600" cy="5046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dk1"/>
              </a:buClr>
              <a:buSzPts val="1300"/>
              <a:buNone/>
              <a:defRPr sz="3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1"/>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9" name="Shape 39"/>
        <p:cNvGrpSpPr/>
        <p:nvPr/>
      </p:nvGrpSpPr>
      <p:grpSpPr>
        <a:xfrm>
          <a:off x="0" y="0"/>
          <a:ext cx="0" cy="0"/>
          <a:chOff x="0" y="0"/>
          <a:chExt cx="0" cy="0"/>
        </a:xfrm>
      </p:grpSpPr>
      <p:sp>
        <p:nvSpPr>
          <p:cNvPr id="40" name="Google Shape;40;p32"/>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2"/>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3" name="Shape 43"/>
        <p:cNvGrpSpPr/>
        <p:nvPr/>
      </p:nvGrpSpPr>
      <p:grpSpPr>
        <a:xfrm>
          <a:off x="0" y="0"/>
          <a:ext cx="0" cy="0"/>
          <a:chOff x="0" y="0"/>
          <a:chExt cx="0" cy="0"/>
        </a:xfrm>
      </p:grpSpPr>
      <p:sp>
        <p:nvSpPr>
          <p:cNvPr id="44" name="Google Shape;4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5" name="Google Shape;45;p33"/>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6" name="Google Shape;46;p33"/>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457200" y="205987"/>
            <a:ext cx="8229600" cy="50460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0"/>
              </a:spcBef>
              <a:spcAft>
                <a:spcPts val="0"/>
              </a:spcAft>
              <a:buClr>
                <a:srgbClr val="434343"/>
              </a:buClr>
              <a:buSzPts val="2800"/>
              <a:buFont typeface="Lexend"/>
              <a:buNone/>
              <a:defRPr b="0" i="0" sz="2800" u="none" cap="none" strike="noStrike">
                <a:solidFill>
                  <a:srgbClr val="434343"/>
                </a:solidFill>
                <a:latin typeface="Lexend"/>
                <a:ea typeface="Lexend"/>
                <a:cs typeface="Lexend"/>
                <a:sym typeface="Lexe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6"/>
          <p:cNvSpPr txBox="1"/>
          <p:nvPr>
            <p:ph idx="1" type="body"/>
          </p:nvPr>
        </p:nvSpPr>
        <p:spPr>
          <a:xfrm>
            <a:off x="457200" y="710664"/>
            <a:ext cx="8229600" cy="37884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100000"/>
              </a:lnSpc>
              <a:spcBef>
                <a:spcPts val="640"/>
              </a:spcBef>
              <a:spcAft>
                <a:spcPts val="0"/>
              </a:spcAft>
              <a:buClr>
                <a:srgbClr val="434343"/>
              </a:buClr>
              <a:buSzPts val="1800"/>
              <a:buFont typeface="Lexend"/>
              <a:buChar char="•"/>
              <a:defRPr b="0" i="0" sz="1800" u="none" cap="none" strike="noStrike">
                <a:solidFill>
                  <a:srgbClr val="434343"/>
                </a:solidFill>
                <a:latin typeface="Lexend"/>
                <a:ea typeface="Lexend"/>
                <a:cs typeface="Lexend"/>
                <a:sym typeface="Lexend"/>
              </a:defRPr>
            </a:lvl1pPr>
            <a:lvl2pPr indent="-330200" lvl="1" marL="914400" marR="0" rtl="0" algn="l">
              <a:lnSpc>
                <a:spcPct val="100000"/>
              </a:lnSpc>
              <a:spcBef>
                <a:spcPts val="560"/>
              </a:spcBef>
              <a:spcAft>
                <a:spcPts val="0"/>
              </a:spcAft>
              <a:buClr>
                <a:srgbClr val="434343"/>
              </a:buClr>
              <a:buSzPts val="1600"/>
              <a:buFont typeface="Lexend"/>
              <a:buChar char="–"/>
              <a:defRPr b="0" i="0" sz="1600" u="none" cap="none" strike="noStrike">
                <a:solidFill>
                  <a:srgbClr val="434343"/>
                </a:solidFill>
                <a:latin typeface="Lexend"/>
                <a:ea typeface="Lexend"/>
                <a:cs typeface="Lexend"/>
                <a:sym typeface="Lexend"/>
              </a:defRPr>
            </a:lvl2pPr>
            <a:lvl3pPr indent="-317500" lvl="2" marL="1371600" marR="0" rtl="0" algn="l">
              <a:lnSpc>
                <a:spcPct val="100000"/>
              </a:lnSpc>
              <a:spcBef>
                <a:spcPts val="480"/>
              </a:spcBef>
              <a:spcAft>
                <a:spcPts val="0"/>
              </a:spcAft>
              <a:buClr>
                <a:srgbClr val="434343"/>
              </a:buClr>
              <a:buSzPts val="1400"/>
              <a:buFont typeface="Lexend"/>
              <a:buChar char="•"/>
              <a:defRPr b="0" i="0" sz="1400" u="none" cap="none" strike="noStrike">
                <a:solidFill>
                  <a:srgbClr val="434343"/>
                </a:solidFill>
                <a:latin typeface="Lexend"/>
                <a:ea typeface="Lexend"/>
                <a:cs typeface="Lexend"/>
                <a:sym typeface="Lexend"/>
              </a:defRPr>
            </a:lvl3pPr>
            <a:lvl4pPr indent="-317500" lvl="3" marL="1828800" marR="0" rtl="0" algn="l">
              <a:lnSpc>
                <a:spcPct val="100000"/>
              </a:lnSpc>
              <a:spcBef>
                <a:spcPts val="400"/>
              </a:spcBef>
              <a:spcAft>
                <a:spcPts val="0"/>
              </a:spcAft>
              <a:buClr>
                <a:srgbClr val="434343"/>
              </a:buClr>
              <a:buSzPts val="1400"/>
              <a:buFont typeface="Lexend"/>
              <a:buChar char="–"/>
              <a:defRPr b="0" i="0" sz="1400" u="none" cap="none" strike="noStrike">
                <a:solidFill>
                  <a:srgbClr val="434343"/>
                </a:solidFill>
                <a:latin typeface="Lexend"/>
                <a:ea typeface="Lexend"/>
                <a:cs typeface="Lexend"/>
                <a:sym typeface="Lexend"/>
              </a:defRPr>
            </a:lvl4pPr>
            <a:lvl5pPr indent="-317500" lvl="4" marL="2286000" marR="0" rtl="0" algn="l">
              <a:lnSpc>
                <a:spcPct val="100000"/>
              </a:lnSpc>
              <a:spcBef>
                <a:spcPts val="400"/>
              </a:spcBef>
              <a:spcAft>
                <a:spcPts val="0"/>
              </a:spcAft>
              <a:buClr>
                <a:srgbClr val="434343"/>
              </a:buClr>
              <a:buSzPts val="1400"/>
              <a:buFont typeface="Lexend"/>
              <a:buChar char="»"/>
              <a:defRPr b="0" i="0" sz="1400" u="none" cap="none" strike="noStrike">
                <a:solidFill>
                  <a:srgbClr val="434343"/>
                </a:solidFill>
                <a:latin typeface="Lexend"/>
                <a:ea typeface="Lexend"/>
                <a:cs typeface="Lexend"/>
                <a:sym typeface="Lexend"/>
              </a:defRPr>
            </a:lvl5pPr>
            <a:lvl6pPr indent="-317500" lvl="5" marL="2743200" marR="0" rtl="0" algn="l">
              <a:lnSpc>
                <a:spcPct val="100000"/>
              </a:lnSpc>
              <a:spcBef>
                <a:spcPts val="400"/>
              </a:spcBef>
              <a:spcAft>
                <a:spcPts val="0"/>
              </a:spcAft>
              <a:buClr>
                <a:srgbClr val="434343"/>
              </a:buClr>
              <a:buSzPts val="1400"/>
              <a:buFont typeface="Lexend"/>
              <a:buChar char="•"/>
              <a:defRPr b="0" i="0" sz="1400" u="none" cap="none" strike="noStrike">
                <a:solidFill>
                  <a:srgbClr val="434343"/>
                </a:solidFill>
                <a:latin typeface="Lexend"/>
                <a:ea typeface="Lexend"/>
                <a:cs typeface="Lexend"/>
                <a:sym typeface="Lexend"/>
              </a:defRPr>
            </a:lvl6pPr>
            <a:lvl7pPr indent="-317500" lvl="6" marL="3200400" marR="0" rtl="0" algn="l">
              <a:lnSpc>
                <a:spcPct val="100000"/>
              </a:lnSpc>
              <a:spcBef>
                <a:spcPts val="400"/>
              </a:spcBef>
              <a:spcAft>
                <a:spcPts val="0"/>
              </a:spcAft>
              <a:buClr>
                <a:srgbClr val="434343"/>
              </a:buClr>
              <a:buSzPts val="1400"/>
              <a:buFont typeface="Lexend"/>
              <a:buChar char="•"/>
              <a:defRPr b="0" i="0" sz="1400" u="none" cap="none" strike="noStrike">
                <a:solidFill>
                  <a:srgbClr val="434343"/>
                </a:solidFill>
                <a:latin typeface="Lexend"/>
                <a:ea typeface="Lexend"/>
                <a:cs typeface="Lexend"/>
                <a:sym typeface="Lexend"/>
              </a:defRPr>
            </a:lvl7pPr>
            <a:lvl8pPr indent="-317500" lvl="7" marL="3657600" marR="0" rtl="0" algn="l">
              <a:lnSpc>
                <a:spcPct val="100000"/>
              </a:lnSpc>
              <a:spcBef>
                <a:spcPts val="400"/>
              </a:spcBef>
              <a:spcAft>
                <a:spcPts val="0"/>
              </a:spcAft>
              <a:buClr>
                <a:srgbClr val="434343"/>
              </a:buClr>
              <a:buSzPts val="1400"/>
              <a:buFont typeface="Lexend"/>
              <a:buChar char="•"/>
              <a:defRPr b="0" i="0" sz="1400" u="none" cap="none" strike="noStrike">
                <a:solidFill>
                  <a:srgbClr val="434343"/>
                </a:solidFill>
                <a:latin typeface="Lexend"/>
                <a:ea typeface="Lexend"/>
                <a:cs typeface="Lexend"/>
                <a:sym typeface="Lexend"/>
              </a:defRPr>
            </a:lvl8pPr>
            <a:lvl9pPr indent="-317500" lvl="8" marL="4114800" marR="0" rtl="0" algn="l">
              <a:lnSpc>
                <a:spcPct val="100000"/>
              </a:lnSpc>
              <a:spcBef>
                <a:spcPts val="400"/>
              </a:spcBef>
              <a:spcAft>
                <a:spcPts val="0"/>
              </a:spcAft>
              <a:buClr>
                <a:srgbClr val="434343"/>
              </a:buClr>
              <a:buSzPts val="1400"/>
              <a:buFont typeface="Lexend"/>
              <a:buChar char="•"/>
              <a:defRPr b="0" i="0" sz="1400" u="none" cap="none" strike="noStrike">
                <a:solidFill>
                  <a:srgbClr val="434343"/>
                </a:solidFill>
                <a:latin typeface="Lexend"/>
                <a:ea typeface="Lexend"/>
                <a:cs typeface="Lexend"/>
                <a:sym typeface="Lexend"/>
              </a:defRPr>
            </a:lvl9pPr>
          </a:lstStyle>
          <a:p/>
        </p:txBody>
      </p:sp>
      <p:sp>
        <p:nvSpPr>
          <p:cNvPr id="8" name="Google Shape;8;p26"/>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smutch.github.io/VersionControlTutorial/" TargetMode="External"/><Relationship Id="rId5" Type="http://schemas.openxmlformats.org/officeDocument/2006/relationships/image" Target="../media/image4.png"/><Relationship Id="rId6" Type="http://schemas.openxmlformats.org/officeDocument/2006/relationships/hyperlink" Target="mailto:debmh.teach@gmail.com" TargetMode="External"/><Relationship Id="rId7" Type="http://schemas.openxmlformats.org/officeDocument/2006/relationships/hyperlink" Target="https://creativecommons.org/licenses/by-nc-sa/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docs.google.com/presentation/d/1zN6ux8dob_w-8bft0ey3BpuAKhaK4x8QmyowwRUbl0A/edit" TargetMode="External"/><Relationship Id="rId4" Type="http://schemas.openxmlformats.org/officeDocument/2006/relationships/hyperlink" Target="http://www.youtube.com/watch?v=1DRFKVWE6xw" TargetMode="External"/><Relationship Id="rId5"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ocs.google.com/presentation/d/1IoLCjszy3maPW-I6acrqFbKhtVG0l1V-2q9Y3oH9KAw/edit?slide=id.g3aeb1f4ff93_0_116#slide=id.g3aeb1f4ff93_0_116"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hyperlink" Target="https://pythontutor.com/render.html#mode=edi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docs.google.com/presentation/d/1zN6ux8dob_w-8bft0ey3BpuAKhaK4x8QmyowwRUbl0A/edit?slide=id.p1#slide=id.p1" TargetMode="External"/><Relationship Id="rId4" Type="http://schemas.openxmlformats.org/officeDocument/2006/relationships/hyperlink" Target="https://liveexample.pearsoncmg.com/liang/intro12e/html/ComputeArea.html" TargetMode="External"/><Relationship Id="rId5"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liveexample.pearsoncmg.com/liang/intro12e/html/ShowSyntaxErrors.html" TargetMode="External"/><Relationship Id="rId4" Type="http://schemas.openxmlformats.org/officeDocument/2006/relationships/hyperlink" Target="https://liveexample.pearsoncmg.com/liang/intro12e/html/ShowRuntimeErrors.html" TargetMode="External"/><Relationship Id="rId5" Type="http://schemas.openxmlformats.org/officeDocument/2006/relationships/hyperlink" Target="https://liveexample.pearsoncmg.com/liang/intro12e/html/ShowLogicErrors.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docs.google.com/document/d/1K_B--VXFhljZl9hE4GpQQ0ast-Mp9tNg1KIxeVn6ycU/edit?tab=t.0#heading=h.scfzcs8s4ymj" TargetMode="External"/><Relationship Id="rId4" Type="http://schemas.openxmlformats.org/officeDocument/2006/relationships/hyperlink" Target="https://drive.google.com/file/d/1nG4pgOq-uWtMeIkO6mH_Eg0OjmcMtk5j/view?usp=drive_link" TargetMode="External"/><Relationship Id="rId5" Type="http://schemas.openxmlformats.org/officeDocument/2006/relationships/hyperlink" Target="https://docs.google.com/presentation/d/1zN6ux8dob_w-8bft0ey3BpuAKhaK4x8QmyowwRUbl0A/edit?slide=id.g3782023f337_0_284#slide=id.g3782023f337_0_284" TargetMode="External"/><Relationship Id="rId6" Type="http://schemas.openxmlformats.org/officeDocument/2006/relationships/hyperlink" Target="https://docs.google.com/presentation/d/1zN6ux8dob_w-8bft0ey3BpuAKhaK4x8QmyowwRUbl0A/edit?slide=id.p8#slide=id.p8" TargetMode="External"/><Relationship Id="rId7" Type="http://schemas.openxmlformats.org/officeDocument/2006/relationships/hyperlink" Target="https://www.onlinegdb.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agilealliance.org/glossary/unit-test/" TargetMode="External"/><Relationship Id="rId4" Type="http://schemas.openxmlformats.org/officeDocument/2006/relationships/hyperlink" Target="https://agilealliance.org/glossary/tdd/" TargetMode="External"/><Relationship Id="rId5" Type="http://schemas.openxmlformats.org/officeDocument/2006/relationships/image" Target="../media/image11.png"/><Relationship Id="rId6"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0" Type="http://schemas.openxmlformats.org/officeDocument/2006/relationships/hyperlink" Target="https://runestone.academy/ns/books/published/csjava/Unit1-Getting-Started/topic-1-4-assignment.html#the-modulo-operator" TargetMode="External"/><Relationship Id="rId11" Type="http://schemas.openxmlformats.org/officeDocument/2006/relationships/hyperlink" Target="https://runestone.academy/ns/books/published/csjava/Unit1-Getting-Started/topic-1-3-variables.html#what-is-a-variable" TargetMode="External"/><Relationship Id="rId10" Type="http://schemas.openxmlformats.org/officeDocument/2006/relationships/hyperlink" Target="https://runestone.academy/ns/books/published/csjava/Unit1-Getting-Started/topic-1-3-variables.html" TargetMode="External"/><Relationship Id="rId13" Type="http://schemas.openxmlformats.org/officeDocument/2006/relationships/hyperlink" Target="https://runestone.academy/ns/books/published/csjava/Unit1-Getting-Started/topic-1-3-variables.html#declaring-variables-in-java" TargetMode="External"/><Relationship Id="rId12" Type="http://schemas.openxmlformats.org/officeDocument/2006/relationships/hyperlink" Target="https://runestone.academy/ns/books/published/csjava/Unit1-Getting-Started/topic-1-3-variables.html#data-types" TargetMode="External"/><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s://drive.google.com/drive/folders/1OMQIkqJf1ZB-D5yfmdA8puitaS_-hPtJ" TargetMode="External"/><Relationship Id="rId4" Type="http://schemas.openxmlformats.org/officeDocument/2006/relationships/hyperlink" Target="https://runestone.academy/ns/books/published/csjava/Unit1-Getting-Started/topic-1-2-java-intro.html" TargetMode="External"/><Relationship Id="rId9" Type="http://schemas.openxmlformats.org/officeDocument/2006/relationships/hyperlink" Target="https://runestone.academy/ns/books/published/csjava/Unit1-Getting-Started/topic-1-2-java-intro.html#comments" TargetMode="External"/><Relationship Id="rId15" Type="http://schemas.openxmlformats.org/officeDocument/2006/relationships/hyperlink" Target="https://runestone.academy/ns/books/published/csjava/Unit1-Getting-Started/topic-1-3-variables.html#naming-variables" TargetMode="External"/><Relationship Id="rId14" Type="http://schemas.openxmlformats.org/officeDocument/2006/relationships/hyperlink" Target="https://runestone.academy/ns/books/published/csjava/Unit1-Getting-Started/topic-1-3-variables.html#string-concatenation" TargetMode="External"/><Relationship Id="rId17" Type="http://schemas.openxmlformats.org/officeDocument/2006/relationships/hyperlink" Target="https://runestone.academy/ns/books/published/csjava/Unit1-Getting-Started/topic-1-4-assignment.html#assignment-statements" TargetMode="External"/><Relationship Id="rId16" Type="http://schemas.openxmlformats.org/officeDocument/2006/relationships/hyperlink" Target="https://runestone.academy/ns/books/published/csjava/Unit1-Getting-Started/topic-1-4-assignment.html" TargetMode="External"/><Relationship Id="rId5" Type="http://schemas.openxmlformats.org/officeDocument/2006/relationships/hyperlink" Target="https://runestone.academy/ns/books/published/csjava/Unit1-Getting-Started/topic-1-2-java-intro.html#first-java-program" TargetMode="External"/><Relationship Id="rId19" Type="http://schemas.openxmlformats.org/officeDocument/2006/relationships/hyperlink" Target="https://runestone.academy/ns/books/published/csjava/Unit1-Getting-Started/topic-1-4-assignment.html#operators" TargetMode="External"/><Relationship Id="rId6" Type="http://schemas.openxmlformats.org/officeDocument/2006/relationships/hyperlink" Target="https://runestone.academy/ns/books/published/csjava/Unit1-Getting-Started/topic-1-2-java-intro.html#print-commands" TargetMode="External"/><Relationship Id="rId18" Type="http://schemas.openxmlformats.org/officeDocument/2006/relationships/hyperlink" Target="https://runestone.academy/ns/books/published/csjava/Unit1-Getting-Started/topic-1-4-assignment.html#incrementing-the-value-of-a-variable" TargetMode="External"/><Relationship Id="rId7" Type="http://schemas.openxmlformats.org/officeDocument/2006/relationships/hyperlink" Target="https://runestone.academy/ns/books/published/csjava/Unit1-Getting-Started/topic-1-2-java-intro.html#syntax-errors" TargetMode="External"/><Relationship Id="rId8" Type="http://schemas.openxmlformats.org/officeDocument/2006/relationships/hyperlink" Target="https://runestone.academy/ns/books/published/csjava/Unit1-Getting-Started/topic-1-2-java-intro.html#groupwork-debugging-challeng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txBox="1"/>
          <p:nvPr>
            <p:ph type="ctrTitle"/>
          </p:nvPr>
        </p:nvSpPr>
        <p:spPr>
          <a:xfrm>
            <a:off x="707725" y="141950"/>
            <a:ext cx="7031700" cy="17277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27499"/>
              <a:buNone/>
            </a:pPr>
            <a:r>
              <a:rPr lang="en" sz="3600"/>
              <a:t>M01 L03 </a:t>
            </a:r>
            <a:endParaRPr sz="3600"/>
          </a:p>
          <a:p>
            <a:pPr indent="0" lvl="0" marL="0" rtl="0" algn="ctr">
              <a:lnSpc>
                <a:spcPct val="100000"/>
              </a:lnSpc>
              <a:spcBef>
                <a:spcPts val="0"/>
              </a:spcBef>
              <a:spcAft>
                <a:spcPts val="0"/>
              </a:spcAft>
              <a:buSzPct val="27499"/>
              <a:buNone/>
            </a:pPr>
            <a:r>
              <a:rPr lang="en" sz="3600"/>
              <a:t>Version Control </a:t>
            </a:r>
            <a:endParaRPr sz="3600"/>
          </a:p>
          <a:p>
            <a:pPr indent="0" lvl="0" marL="0" rtl="0" algn="ctr">
              <a:lnSpc>
                <a:spcPct val="100000"/>
              </a:lnSpc>
              <a:spcBef>
                <a:spcPts val="0"/>
              </a:spcBef>
              <a:spcAft>
                <a:spcPts val="0"/>
              </a:spcAft>
              <a:buSzPct val="27499"/>
              <a:buNone/>
            </a:pPr>
            <a:r>
              <a:rPr lang="en" sz="3600"/>
              <a:t>and IDE</a:t>
            </a:r>
            <a:endParaRPr sz="3600"/>
          </a:p>
        </p:txBody>
      </p:sp>
      <p:pic>
        <p:nvPicPr>
          <p:cNvPr id="53" name="Google Shape;53;p1"/>
          <p:cNvPicPr preferRelativeResize="0"/>
          <p:nvPr/>
        </p:nvPicPr>
        <p:blipFill rotWithShape="1">
          <a:blip r:embed="rId3">
            <a:alphaModFix/>
          </a:blip>
          <a:srcRect b="0" l="0" r="0" t="0"/>
          <a:stretch/>
        </p:blipFill>
        <p:spPr>
          <a:xfrm>
            <a:off x="1643850" y="1817050"/>
            <a:ext cx="5378050" cy="2471700"/>
          </a:xfrm>
          <a:prstGeom prst="rect">
            <a:avLst/>
          </a:prstGeom>
          <a:noFill/>
          <a:ln>
            <a:noFill/>
          </a:ln>
        </p:spPr>
      </p:pic>
      <p:sp>
        <p:nvSpPr>
          <p:cNvPr id="54" name="Google Shape;54;p1"/>
          <p:cNvSpPr txBox="1"/>
          <p:nvPr/>
        </p:nvSpPr>
        <p:spPr>
          <a:xfrm>
            <a:off x="5256100" y="4171975"/>
            <a:ext cx="17658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 sz="1100" u="sng" cap="none" strike="noStrike">
                <a:solidFill>
                  <a:schemeClr val="hlink"/>
                </a:solidFill>
                <a:latin typeface="Arial"/>
                <a:ea typeface="Arial"/>
                <a:cs typeface="Arial"/>
                <a:sym typeface="Arial"/>
                <a:hlinkClick r:id="rId4"/>
              </a:rPr>
              <a:t>Version Control Tutorial</a:t>
            </a: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p:txBody>
      </p:sp>
      <p:pic>
        <p:nvPicPr>
          <p:cNvPr id="55" name="Google Shape;55;p1"/>
          <p:cNvPicPr preferRelativeResize="0"/>
          <p:nvPr/>
        </p:nvPicPr>
        <p:blipFill rotWithShape="1">
          <a:blip r:embed="rId5">
            <a:alphaModFix/>
          </a:blip>
          <a:srcRect b="0" l="0" r="0" t="0"/>
          <a:stretch/>
        </p:blipFill>
        <p:spPr>
          <a:xfrm>
            <a:off x="135400" y="4726900"/>
            <a:ext cx="765955" cy="269825"/>
          </a:xfrm>
          <a:prstGeom prst="rect">
            <a:avLst/>
          </a:prstGeom>
          <a:noFill/>
          <a:ln>
            <a:noFill/>
          </a:ln>
        </p:spPr>
      </p:pic>
      <p:sp>
        <p:nvSpPr>
          <p:cNvPr id="56" name="Google Shape;56;p1"/>
          <p:cNvSpPr txBox="1"/>
          <p:nvPr/>
        </p:nvSpPr>
        <p:spPr>
          <a:xfrm>
            <a:off x="901350" y="4726899"/>
            <a:ext cx="8142300" cy="37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Lexend"/>
                <a:ea typeface="Lexend"/>
                <a:cs typeface="Lexend"/>
                <a:sym typeface="Lexend"/>
              </a:rPr>
              <a:t>teAch Bedeus LLC </a:t>
            </a:r>
            <a:r>
              <a:rPr b="0" i="0" lang="en" sz="1000" u="sng" cap="none" strike="noStrike">
                <a:solidFill>
                  <a:srgbClr val="0000FF"/>
                </a:solidFill>
                <a:latin typeface="Lexend"/>
                <a:ea typeface="Lexend"/>
                <a:cs typeface="Lexend"/>
                <a:sym typeface="Lexend"/>
                <a:hlinkClick r:id="rId6">
                  <a:extLst>
                    <a:ext uri="{A12FA001-AC4F-418D-AE19-62706E023703}">
                      <ahyp:hlinkClr val="tx"/>
                    </a:ext>
                  </a:extLst>
                </a:hlinkClick>
              </a:rPr>
              <a:t>debmh.teach@gmail.com</a:t>
            </a:r>
            <a:r>
              <a:rPr b="0" i="0" lang="en" sz="1000" u="none" cap="none" strike="noStrike">
                <a:solidFill>
                  <a:srgbClr val="000000"/>
                </a:solidFill>
                <a:latin typeface="Lexend"/>
                <a:ea typeface="Lexend"/>
                <a:cs typeface="Lexend"/>
                <a:sym typeface="Lexend"/>
              </a:rPr>
              <a:t>  is licensed under a </a:t>
            </a:r>
            <a:r>
              <a:rPr b="0" i="0" lang="en" sz="1000" u="sng" cap="none" strike="noStrike">
                <a:solidFill>
                  <a:srgbClr val="0000FF"/>
                </a:solidFill>
                <a:latin typeface="Lexend"/>
                <a:ea typeface="Lexend"/>
                <a:cs typeface="Lexend"/>
                <a:sym typeface="Lexend"/>
                <a:hlinkClick r:id="rId7">
                  <a:extLst>
                    <a:ext uri="{A12FA001-AC4F-418D-AE19-62706E023703}">
                      <ahyp:hlinkClr val="tx"/>
                    </a:ext>
                  </a:extLst>
                </a:hlinkClick>
              </a:rPr>
              <a:t>https://creativecommons.org/licenses/by-nc-sa/4.0/</a:t>
            </a:r>
            <a:endParaRPr b="0" i="0" sz="1000" u="none" cap="none" strike="noStrike">
              <a:solidFill>
                <a:srgbClr val="000000"/>
              </a:solidFill>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218400" y="173250"/>
            <a:ext cx="17970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Today</a:t>
            </a:r>
            <a:endParaRPr/>
          </a:p>
        </p:txBody>
      </p:sp>
      <p:sp>
        <p:nvSpPr>
          <p:cNvPr id="62" name="Google Shape;62;p2"/>
          <p:cNvSpPr txBox="1"/>
          <p:nvPr>
            <p:ph idx="1" type="body"/>
          </p:nvPr>
        </p:nvSpPr>
        <p:spPr>
          <a:xfrm>
            <a:off x="167100" y="674875"/>
            <a:ext cx="8809800" cy="434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600"/>
              <a:buNone/>
            </a:pPr>
            <a:r>
              <a:rPr lang="en" sz="1400"/>
              <a:t>Check in </a:t>
            </a:r>
            <a:endParaRPr sz="1400"/>
          </a:p>
          <a:p>
            <a:pPr indent="-317500" lvl="0" marL="457200" rtl="0" algn="l">
              <a:spcBef>
                <a:spcPts val="640"/>
              </a:spcBef>
              <a:spcAft>
                <a:spcPts val="0"/>
              </a:spcAft>
              <a:buSzPts val="1400"/>
              <a:buChar char="●"/>
            </a:pPr>
            <a:r>
              <a:rPr lang="en" sz="1400"/>
              <a:t>Any questions from L02? </a:t>
            </a:r>
            <a:endParaRPr sz="1400"/>
          </a:p>
          <a:p>
            <a:pPr indent="-317500" lvl="1" marL="914400" rtl="0" algn="l">
              <a:spcBef>
                <a:spcPts val="0"/>
              </a:spcBef>
              <a:spcAft>
                <a:spcPts val="0"/>
              </a:spcAft>
              <a:buSzPts val="1400"/>
              <a:buChar char="–"/>
            </a:pPr>
            <a:r>
              <a:rPr lang="en" sz="1400"/>
              <a:t>Open your participation submission from last class to see comments on your document. </a:t>
            </a:r>
            <a:endParaRPr sz="1400"/>
          </a:p>
          <a:p>
            <a:pPr indent="-317500" lvl="1" marL="914400" rtl="0" algn="l">
              <a:spcBef>
                <a:spcPts val="0"/>
              </a:spcBef>
              <a:spcAft>
                <a:spcPts val="0"/>
              </a:spcAft>
              <a:buSzPts val="1400"/>
              <a:buChar char="–"/>
            </a:pPr>
            <a:r>
              <a:rPr lang="en" sz="1400"/>
              <a:t>Look at your course grade.</a:t>
            </a:r>
            <a:endParaRPr sz="1400"/>
          </a:p>
          <a:p>
            <a:pPr indent="0" lvl="0" marL="0" rtl="0" algn="l">
              <a:spcBef>
                <a:spcPts val="640"/>
              </a:spcBef>
              <a:spcAft>
                <a:spcPts val="0"/>
              </a:spcAft>
              <a:buNone/>
            </a:pPr>
            <a:r>
              <a:t/>
            </a:r>
            <a:endParaRPr sz="1400"/>
          </a:p>
          <a:p>
            <a:pPr indent="0" lvl="0" marL="0" rtl="0" algn="l">
              <a:spcBef>
                <a:spcPts val="640"/>
              </a:spcBef>
              <a:spcAft>
                <a:spcPts val="0"/>
              </a:spcAft>
              <a:buNone/>
            </a:pPr>
            <a:r>
              <a:t/>
            </a:r>
            <a:endParaRPr sz="1400"/>
          </a:p>
          <a:p>
            <a:pPr indent="0" lvl="0" marL="0" rtl="0" algn="l">
              <a:lnSpc>
                <a:spcPct val="115000"/>
              </a:lnSpc>
              <a:spcBef>
                <a:spcPts val="0"/>
              </a:spcBef>
              <a:spcAft>
                <a:spcPts val="0"/>
              </a:spcAft>
              <a:buSzPts val="1700"/>
              <a:buNone/>
            </a:pPr>
            <a:r>
              <a:rPr b="1" lang="en" sz="1400"/>
              <a:t>Goals: </a:t>
            </a:r>
            <a:endParaRPr sz="1400"/>
          </a:p>
          <a:p>
            <a:pPr indent="-317500" lvl="0" marL="457200" rtl="0" algn="l">
              <a:lnSpc>
                <a:spcPct val="115000"/>
              </a:lnSpc>
              <a:spcBef>
                <a:spcPts val="0"/>
              </a:spcBef>
              <a:spcAft>
                <a:spcPts val="0"/>
              </a:spcAft>
              <a:buSzPts val="1400"/>
              <a:buChar char="•"/>
            </a:pPr>
            <a:r>
              <a:rPr lang="en" sz="1400">
                <a:solidFill>
                  <a:schemeClr val="dk1"/>
                </a:solidFill>
              </a:rPr>
              <a:t>Use version control management tools (Git/GitHub) to manage and document development with GitHub Desktop.</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Write and debug programs in IDE (Eclipse)</a:t>
            </a:r>
            <a:endParaRPr sz="1400"/>
          </a:p>
          <a:p>
            <a:pPr indent="0" lvl="0" marL="0" rtl="0" algn="l">
              <a:lnSpc>
                <a:spcPct val="100000"/>
              </a:lnSpc>
              <a:spcBef>
                <a:spcPts val="640"/>
              </a:spcBef>
              <a:spcAft>
                <a:spcPts val="0"/>
              </a:spcAft>
              <a:buClr>
                <a:schemeClr val="dk1"/>
              </a:buClr>
              <a:buSzPts val="1100"/>
              <a:buFont typeface="Arial"/>
              <a:buNone/>
            </a:pPr>
            <a:r>
              <a:rPr lang="en" sz="1400">
                <a:highlight>
                  <a:srgbClr val="D9D2E9"/>
                </a:highlight>
              </a:rPr>
              <a:t>Set up</a:t>
            </a:r>
            <a:endParaRPr sz="1400">
              <a:highlight>
                <a:srgbClr val="D9D2E9"/>
              </a:highlight>
            </a:endParaRPr>
          </a:p>
          <a:p>
            <a:pPr indent="-317500" lvl="0" marL="457200" rtl="0" algn="l">
              <a:lnSpc>
                <a:spcPct val="100000"/>
              </a:lnSpc>
              <a:spcBef>
                <a:spcPts val="640"/>
              </a:spcBef>
              <a:spcAft>
                <a:spcPts val="0"/>
              </a:spcAft>
              <a:buSzPts val="1400"/>
              <a:buChar char="•"/>
            </a:pPr>
            <a:r>
              <a:rPr lang="en" sz="1400">
                <a:highlight>
                  <a:srgbClr val="D9D2E9"/>
                </a:highlight>
              </a:rPr>
              <a:t>Sit with someone that is using the same operating system</a:t>
            </a:r>
            <a:endParaRPr sz="1400">
              <a:highlight>
                <a:srgbClr val="D9D2E9"/>
              </a:highlight>
            </a:endParaRPr>
          </a:p>
          <a:p>
            <a:pPr indent="-317500" lvl="0" marL="457200" rtl="0" algn="l">
              <a:lnSpc>
                <a:spcPct val="100000"/>
              </a:lnSpc>
              <a:spcBef>
                <a:spcPts val="0"/>
              </a:spcBef>
              <a:spcAft>
                <a:spcPts val="0"/>
              </a:spcAft>
              <a:buSzPts val="1400"/>
              <a:buChar char="•"/>
            </a:pPr>
            <a:r>
              <a:rPr lang="en" sz="1400">
                <a:highlight>
                  <a:srgbClr val="D9D2E9"/>
                </a:highlight>
              </a:rPr>
              <a:t>Open Canvas for this lecture</a:t>
            </a:r>
            <a:endParaRPr sz="1400">
              <a:highlight>
                <a:srgbClr val="D9D2E9"/>
              </a:highlight>
            </a:endParaRPr>
          </a:p>
          <a:p>
            <a:pPr indent="-317500" lvl="0" marL="457200" rtl="0" algn="l">
              <a:lnSpc>
                <a:spcPct val="100000"/>
              </a:lnSpc>
              <a:spcBef>
                <a:spcPts val="0"/>
              </a:spcBef>
              <a:spcAft>
                <a:spcPts val="0"/>
              </a:spcAft>
              <a:buSzPts val="1400"/>
              <a:buChar char="•"/>
            </a:pPr>
            <a:r>
              <a:rPr lang="en" sz="1400">
                <a:highlight>
                  <a:srgbClr val="D9D2E9"/>
                </a:highlight>
              </a:rPr>
              <a:t>Open</a:t>
            </a:r>
            <a:endParaRPr sz="1400">
              <a:highlight>
                <a:srgbClr val="D9D2E9"/>
              </a:highlight>
            </a:endParaRPr>
          </a:p>
          <a:p>
            <a:pPr indent="-317500" lvl="1" marL="914400" rtl="0" algn="l">
              <a:lnSpc>
                <a:spcPct val="100000"/>
              </a:lnSpc>
              <a:spcBef>
                <a:spcPts val="0"/>
              </a:spcBef>
              <a:spcAft>
                <a:spcPts val="0"/>
              </a:spcAft>
              <a:buSzPts val="1400"/>
              <a:buChar char="–"/>
            </a:pPr>
            <a:r>
              <a:rPr lang="en" sz="1400">
                <a:highlight>
                  <a:srgbClr val="D9D2E9"/>
                </a:highlight>
              </a:rPr>
              <a:t>GitHub Desktop and Eclipse</a:t>
            </a:r>
            <a:r>
              <a:rPr lang="en" sz="1400">
                <a:highlight>
                  <a:srgbClr val="D9D2E9"/>
                </a:highlight>
              </a:rPr>
              <a:t> </a:t>
            </a:r>
            <a:endParaRPr sz="1400">
              <a:highlight>
                <a:srgbClr val="D9D2E9"/>
              </a:highlight>
            </a:endParaRPr>
          </a:p>
          <a:p>
            <a:pPr indent="-317500" lvl="1" marL="914400" rtl="0" algn="l">
              <a:lnSpc>
                <a:spcPct val="100000"/>
              </a:lnSpc>
              <a:spcBef>
                <a:spcPts val="0"/>
              </a:spcBef>
              <a:spcAft>
                <a:spcPts val="0"/>
              </a:spcAft>
              <a:buSzPts val="1400"/>
              <a:buChar char="–"/>
            </a:pPr>
            <a:r>
              <a:rPr lang="en" sz="1400" u="sng">
                <a:solidFill>
                  <a:schemeClr val="hlink"/>
                </a:solidFill>
                <a:highlight>
                  <a:srgbClr val="D9D2E9"/>
                </a:highlight>
                <a:hlinkClick r:id="rId3"/>
              </a:rPr>
              <a:t>Eclipse Cheat Sheet</a:t>
            </a:r>
            <a:r>
              <a:rPr lang="en" sz="1400">
                <a:highlight>
                  <a:srgbClr val="D9D2E9"/>
                </a:highlight>
              </a:rPr>
              <a:t> </a:t>
            </a:r>
            <a:r>
              <a:rPr lang="en" sz="1400">
                <a:highlight>
                  <a:srgbClr val="D9D2E9"/>
                </a:highlight>
              </a:rPr>
              <a:t> </a:t>
            </a:r>
            <a:r>
              <a:rPr lang="en" sz="1400">
                <a:highlight>
                  <a:srgbClr val="D9D2E9"/>
                </a:highlight>
              </a:rPr>
              <a:t>- download into repo tech docs folder. I did make some updates if you already downloaded it.</a:t>
            </a:r>
            <a:endParaRPr sz="1400"/>
          </a:p>
          <a:p>
            <a:pPr indent="0" lvl="0" marL="0" rtl="0" algn="l">
              <a:lnSpc>
                <a:spcPct val="115000"/>
              </a:lnSpc>
              <a:spcBef>
                <a:spcPts val="0"/>
              </a:spcBef>
              <a:spcAft>
                <a:spcPts val="0"/>
              </a:spcAft>
              <a:buSzPts val="1700"/>
              <a:buNone/>
            </a:pPr>
            <a:r>
              <a:t/>
            </a:r>
            <a:endParaRPr sz="1400"/>
          </a:p>
          <a:p>
            <a:pPr indent="0" lvl="0" marL="457200" rtl="0" algn="l">
              <a:lnSpc>
                <a:spcPct val="115000"/>
              </a:lnSpc>
              <a:spcBef>
                <a:spcPts val="1200"/>
              </a:spcBef>
              <a:spcAft>
                <a:spcPts val="1200"/>
              </a:spcAft>
              <a:buSzPts val="1600"/>
              <a:buNone/>
            </a:pPr>
            <a:r>
              <a:t/>
            </a:r>
            <a:endParaRPr sz="1400"/>
          </a:p>
        </p:txBody>
      </p:sp>
      <p:pic>
        <p:nvPicPr>
          <p:cNvPr descr="Omarion shares his first release of 2022 in a refreshing twist, with a message of camaraderie, inspiring us all to come together and support one another. O had the honor of making not one but TWO renditions of the iconic Beatles record, “With A Little Help From My Friends.” The Poppin Mix filled with horns and organ riffs brings us into the sun while the Soul Mix is an impressive, smoothed out track produced by GRAMMY winner Greg Curtis (peep the range). The covers are a part of the Beatles Soul series released by Sony/Oro Music/Empire.&#10;&#10;AVAILABLE NOW: https://empire.ffm.to/withalittlehelpfrommyfriends&#10;&#10;&quot;FRIENDS&quot; COLLECTION AVAILABLE NOW: https://omarionworldwide.com/collections/all&#10;&#10;Single Title: With a Little Help from My Friends (Poppin Mix) &#10;Artist: Omarion&#10;Label: Empire / Oro&#10;Genre: Pop/  R&amp;B/Soul&#10;Artwork: William Walker @artbank5&#10;Executive Producer: Michelle Le Fleur&#10;Publisher(s): NORTHERN SONGS LTD c/o SONY/ATV TUNES LLC&#10;Composer/Producer: Greg Curtis&#10;Writer(s): John Winston Lennon; Paul James McCartney" id="63" name="Google Shape;63;p2" title="With a Little Help from My Friends (Poppin Mix)">
            <a:hlinkClick r:id="rId4"/>
          </p:cNvPr>
          <p:cNvPicPr preferRelativeResize="0"/>
          <p:nvPr/>
        </p:nvPicPr>
        <p:blipFill rotWithShape="1">
          <a:blip r:embed="rId5">
            <a:alphaModFix/>
          </a:blip>
          <a:srcRect b="0" l="0" r="0" t="0"/>
          <a:stretch/>
        </p:blipFill>
        <p:spPr>
          <a:xfrm>
            <a:off x="5275525" y="93775"/>
            <a:ext cx="2345050" cy="1319100"/>
          </a:xfrm>
          <a:prstGeom prst="rect">
            <a:avLst/>
          </a:prstGeom>
          <a:noFill/>
          <a:ln>
            <a:noFill/>
          </a:ln>
        </p:spPr>
      </p:pic>
      <p:sp>
        <p:nvSpPr>
          <p:cNvPr id="64" name="Google Shape;64;p2"/>
          <p:cNvSpPr/>
          <p:nvPr/>
        </p:nvSpPr>
        <p:spPr>
          <a:xfrm>
            <a:off x="2087650" y="173250"/>
            <a:ext cx="2820600" cy="771600"/>
          </a:xfrm>
          <a:prstGeom prst="wedgeRectCallout">
            <a:avLst>
              <a:gd fmla="val 59803" name="adj1"/>
              <a:gd fmla="val -48581" name="adj2"/>
            </a:avLst>
          </a:prstGeom>
          <a:solidFill>
            <a:srgbClr val="CFE2F3"/>
          </a:solidFill>
          <a:ln cap="flat" cmpd="sng" w="9525">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exend"/>
                <a:ea typeface="Lexend"/>
                <a:cs typeface="Lexend"/>
                <a:sym typeface="Lexend"/>
              </a:rPr>
              <a:t>When have you accomplished something with a little help from your friends?</a:t>
            </a:r>
            <a:endParaRPr b="0" i="0" sz="1400" u="none" cap="none" strike="noStrike">
              <a:solidFill>
                <a:srgbClr val="000000"/>
              </a:solidFill>
              <a:latin typeface="Lexend"/>
              <a:ea typeface="Lexend"/>
              <a:cs typeface="Lexend"/>
              <a:sym typeface="Lexend"/>
            </a:endParaRPr>
          </a:p>
        </p:txBody>
      </p:sp>
      <p:sp>
        <p:nvSpPr>
          <p:cNvPr id="65" name="Google Shape;65;p2"/>
          <p:cNvSpPr txBox="1"/>
          <p:nvPr/>
        </p:nvSpPr>
        <p:spPr>
          <a:xfrm>
            <a:off x="3711225" y="1621425"/>
            <a:ext cx="2531100" cy="771600"/>
          </a:xfrm>
          <a:prstGeom prst="rect">
            <a:avLst/>
          </a:prstGeom>
          <a:solidFill>
            <a:srgbClr val="FCE5C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434343"/>
                </a:solidFill>
                <a:latin typeface="Lexend"/>
                <a:ea typeface="Lexend"/>
                <a:cs typeface="Lexend"/>
                <a:sym typeface="Lexend"/>
              </a:rPr>
              <a:t>Current Class Grades: </a:t>
            </a:r>
            <a:endParaRPr sz="1300">
              <a:solidFill>
                <a:srgbClr val="434343"/>
              </a:solidFill>
              <a:latin typeface="Lexend"/>
              <a:ea typeface="Lexend"/>
              <a:cs typeface="Lexend"/>
              <a:sym typeface="Lexend"/>
            </a:endParaRPr>
          </a:p>
          <a:p>
            <a:pPr indent="0" lvl="0" marL="0" rtl="0" algn="l">
              <a:spcBef>
                <a:spcPts val="0"/>
              </a:spcBef>
              <a:spcAft>
                <a:spcPts val="0"/>
              </a:spcAft>
              <a:buNone/>
            </a:pPr>
            <a:r>
              <a:rPr lang="en" sz="1300">
                <a:solidFill>
                  <a:srgbClr val="434343"/>
                </a:solidFill>
                <a:latin typeface="Lexend"/>
                <a:ea typeface="Lexend"/>
                <a:cs typeface="Lexend"/>
                <a:sym typeface="Lexend"/>
              </a:rPr>
              <a:t>MW: 18 A, 1B, 0C, 7D, 8F</a:t>
            </a:r>
            <a:endParaRPr sz="1300">
              <a:solidFill>
                <a:srgbClr val="434343"/>
              </a:solidFill>
              <a:latin typeface="Lexend"/>
              <a:ea typeface="Lexend"/>
              <a:cs typeface="Lexend"/>
              <a:sym typeface="Lexend"/>
            </a:endParaRPr>
          </a:p>
          <a:p>
            <a:pPr indent="0" lvl="0" marL="0" rtl="0" algn="l">
              <a:spcBef>
                <a:spcPts val="0"/>
              </a:spcBef>
              <a:spcAft>
                <a:spcPts val="0"/>
              </a:spcAft>
              <a:buNone/>
            </a:pPr>
            <a:r>
              <a:rPr lang="en" sz="1300">
                <a:solidFill>
                  <a:srgbClr val="434343"/>
                </a:solidFill>
                <a:latin typeface="Lexend"/>
                <a:ea typeface="Lexend"/>
                <a:cs typeface="Lexend"/>
                <a:sym typeface="Lexend"/>
              </a:rPr>
              <a:t>TTh:</a:t>
            </a:r>
            <a:endParaRPr sz="1300">
              <a:solidFill>
                <a:srgbClr val="434343"/>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be2f9e4869_0_16"/>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Overview creating a program in Java </a:t>
            </a:r>
            <a:endParaRPr/>
          </a:p>
        </p:txBody>
      </p:sp>
      <p:sp>
        <p:nvSpPr>
          <p:cNvPr id="71" name="Google Shape;71;g3be2f9e4869_0_16"/>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lnSpcReduction="20000"/>
          </a:bodyPr>
          <a:lstStyle/>
          <a:p>
            <a:pPr indent="-336550" lvl="0" marL="457200" rtl="0" algn="l">
              <a:lnSpc>
                <a:spcPct val="115000"/>
              </a:lnSpc>
              <a:spcBef>
                <a:spcPts val="0"/>
              </a:spcBef>
              <a:spcAft>
                <a:spcPts val="0"/>
              </a:spcAft>
              <a:buSzPts val="1700"/>
              <a:buAutoNum type="arabicPeriod"/>
            </a:pPr>
            <a:r>
              <a:rPr lang="en"/>
              <a:t>Set up Project to use correct JDK and store source code</a:t>
            </a:r>
            <a:endParaRPr/>
          </a:p>
          <a:p>
            <a:pPr indent="-336550" lvl="0" marL="457200" rtl="0" algn="l">
              <a:lnSpc>
                <a:spcPct val="115000"/>
              </a:lnSpc>
              <a:spcBef>
                <a:spcPts val="0"/>
              </a:spcBef>
              <a:spcAft>
                <a:spcPts val="0"/>
              </a:spcAft>
              <a:buSzPts val="1700"/>
              <a:buAutoNum type="arabicPeriod"/>
            </a:pPr>
            <a:r>
              <a:rPr lang="en"/>
              <a:t>Use editor for source code </a:t>
            </a:r>
            <a:endParaRPr/>
          </a:p>
          <a:p>
            <a:pPr indent="-323850" lvl="1" marL="914400" rtl="0" algn="l">
              <a:lnSpc>
                <a:spcPct val="115000"/>
              </a:lnSpc>
              <a:spcBef>
                <a:spcPts val="0"/>
              </a:spcBef>
              <a:spcAft>
                <a:spcPts val="0"/>
              </a:spcAft>
              <a:buSzPts val="1500"/>
              <a:buAutoNum type="alphaLcPeriod"/>
            </a:pPr>
            <a:r>
              <a:rPr lang="en"/>
              <a:t>Create a .java file  </a:t>
            </a:r>
            <a:endParaRPr/>
          </a:p>
          <a:p>
            <a:pPr indent="-323850" lvl="1" marL="914400" rtl="0" algn="l">
              <a:lnSpc>
                <a:spcPct val="115000"/>
              </a:lnSpc>
              <a:spcBef>
                <a:spcPts val="0"/>
              </a:spcBef>
              <a:spcAft>
                <a:spcPts val="0"/>
              </a:spcAft>
              <a:buSzPts val="1500"/>
              <a:buAutoNum type="alphaLcPeriod"/>
            </a:pPr>
            <a:r>
              <a:rPr lang="en"/>
              <a:t>This will contain what we call source code which is your Java code.</a:t>
            </a:r>
            <a:endParaRPr/>
          </a:p>
          <a:p>
            <a:pPr indent="-323850" lvl="1" marL="914400" rtl="0" algn="l">
              <a:lnSpc>
                <a:spcPct val="115000"/>
              </a:lnSpc>
              <a:spcBef>
                <a:spcPts val="0"/>
              </a:spcBef>
              <a:spcAft>
                <a:spcPts val="0"/>
              </a:spcAft>
              <a:buSzPts val="1500"/>
              <a:buAutoNum type="alphaLcPeriod"/>
            </a:pPr>
            <a:r>
              <a:rPr lang="en"/>
              <a:t>Eclipse is the editor - it automatically appends the .java to your source code files</a:t>
            </a:r>
            <a:endParaRPr/>
          </a:p>
          <a:p>
            <a:pPr indent="-336550" lvl="0" marL="457200" rtl="0" algn="l">
              <a:lnSpc>
                <a:spcPct val="115000"/>
              </a:lnSpc>
              <a:spcBef>
                <a:spcPts val="0"/>
              </a:spcBef>
              <a:spcAft>
                <a:spcPts val="0"/>
              </a:spcAft>
              <a:buSzPts val="1700"/>
              <a:buAutoNum type="arabicPeriod"/>
            </a:pPr>
            <a:r>
              <a:rPr lang="en"/>
              <a:t>Compile source code</a:t>
            </a:r>
            <a:endParaRPr/>
          </a:p>
          <a:p>
            <a:pPr indent="-323850" lvl="1" marL="914400" rtl="0" algn="l">
              <a:lnSpc>
                <a:spcPct val="115000"/>
              </a:lnSpc>
              <a:spcBef>
                <a:spcPts val="0"/>
              </a:spcBef>
              <a:spcAft>
                <a:spcPts val="0"/>
              </a:spcAft>
              <a:buSzPts val="1500"/>
              <a:buAutoNum type="alphaLcPeriod"/>
            </a:pPr>
            <a:r>
              <a:rPr lang="en"/>
              <a:t>Compiling is done automatically in Eclipse</a:t>
            </a:r>
            <a:endParaRPr/>
          </a:p>
          <a:p>
            <a:pPr indent="-323850" lvl="1" marL="914400" rtl="0" algn="l">
              <a:lnSpc>
                <a:spcPct val="115000"/>
              </a:lnSpc>
              <a:spcBef>
                <a:spcPts val="0"/>
              </a:spcBef>
              <a:spcAft>
                <a:spcPts val="0"/>
              </a:spcAft>
              <a:buSzPts val="1500"/>
              <a:buAutoNum type="alphaLcPeriod"/>
            </a:pPr>
            <a:r>
              <a:rPr lang="en"/>
              <a:t>Compiling source code (.java) generates a .class file - .class file contains the bytecode</a:t>
            </a:r>
            <a:endParaRPr/>
          </a:p>
          <a:p>
            <a:pPr indent="-336550" lvl="0" marL="457200" rtl="0" algn="l">
              <a:lnSpc>
                <a:spcPct val="115000"/>
              </a:lnSpc>
              <a:spcBef>
                <a:spcPts val="0"/>
              </a:spcBef>
              <a:spcAft>
                <a:spcPts val="0"/>
              </a:spcAft>
              <a:buSzPts val="1700"/>
              <a:buAutoNum type="arabicPeriod"/>
            </a:pPr>
            <a:r>
              <a:rPr lang="en"/>
              <a:t>Run the .class file</a:t>
            </a:r>
            <a:endParaRPr/>
          </a:p>
          <a:p>
            <a:pPr indent="-323850" lvl="1" marL="914400" rtl="0" algn="l">
              <a:lnSpc>
                <a:spcPct val="115000"/>
              </a:lnSpc>
              <a:spcBef>
                <a:spcPts val="0"/>
              </a:spcBef>
              <a:spcAft>
                <a:spcPts val="0"/>
              </a:spcAft>
              <a:buSzPts val="1500"/>
              <a:buAutoNum type="alphaLcPeriod"/>
            </a:pPr>
            <a:r>
              <a:rPr lang="en"/>
              <a:t>Running means to translate the bytecode into something that the platform understands</a:t>
            </a:r>
            <a:endParaRPr/>
          </a:p>
          <a:p>
            <a:pPr indent="-323850" lvl="1" marL="914400" rtl="0" algn="l">
              <a:lnSpc>
                <a:spcPct val="115000"/>
              </a:lnSpc>
              <a:spcBef>
                <a:spcPts val="0"/>
              </a:spcBef>
              <a:spcAft>
                <a:spcPts val="0"/>
              </a:spcAft>
              <a:buSzPts val="1500"/>
              <a:buAutoNum type="alphaLcPeriod"/>
            </a:pPr>
            <a:r>
              <a:rPr lang="en"/>
              <a:t>Bytecode is executed by the Java Virtual Machine (JVM)</a:t>
            </a:r>
            <a:endParaRPr/>
          </a:p>
          <a:p>
            <a:pPr indent="-323850" lvl="1" marL="914400" rtl="0" algn="l">
              <a:lnSpc>
                <a:spcPct val="115000"/>
              </a:lnSpc>
              <a:spcBef>
                <a:spcPts val="0"/>
              </a:spcBef>
              <a:spcAft>
                <a:spcPts val="0"/>
              </a:spcAft>
              <a:buSzPts val="1500"/>
              <a:buAutoNum type="alphaLcPeriod"/>
            </a:pPr>
            <a:r>
              <a:rPr lang="en"/>
              <a:t> The JVM then either compiles or interprets the bytecode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3be2f9e4869_0_21"/>
          <p:cNvSpPr txBox="1"/>
          <p:nvPr>
            <p:ph type="title"/>
          </p:nvPr>
        </p:nvSpPr>
        <p:spPr>
          <a:xfrm>
            <a:off x="220875" y="1092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
              <a:t>Creating, Compiling and Running Programs</a:t>
            </a:r>
            <a:endParaRPr/>
          </a:p>
        </p:txBody>
      </p:sp>
      <p:pic>
        <p:nvPicPr>
          <p:cNvPr id="77" name="Google Shape;77;g3be2f9e4869_0_21"/>
          <p:cNvPicPr preferRelativeResize="0"/>
          <p:nvPr/>
        </p:nvPicPr>
        <p:blipFill rotWithShape="1">
          <a:blip r:embed="rId3">
            <a:alphaModFix/>
          </a:blip>
          <a:srcRect b="0" l="0" r="0" t="0"/>
          <a:stretch/>
        </p:blipFill>
        <p:spPr>
          <a:xfrm>
            <a:off x="87450" y="681975"/>
            <a:ext cx="6169401" cy="4356150"/>
          </a:xfrm>
          <a:prstGeom prst="rect">
            <a:avLst/>
          </a:prstGeom>
          <a:noFill/>
          <a:ln>
            <a:noFill/>
          </a:ln>
        </p:spPr>
      </p:pic>
      <p:pic>
        <p:nvPicPr>
          <p:cNvPr id="78" name="Google Shape;78;g3be2f9e4869_0_21"/>
          <p:cNvPicPr preferRelativeResize="0"/>
          <p:nvPr/>
        </p:nvPicPr>
        <p:blipFill rotWithShape="1">
          <a:blip r:embed="rId4">
            <a:alphaModFix/>
          </a:blip>
          <a:srcRect b="0" l="0" r="0" t="0"/>
          <a:stretch/>
        </p:blipFill>
        <p:spPr>
          <a:xfrm>
            <a:off x="6304175" y="2061750"/>
            <a:ext cx="2765752" cy="816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g3be2f9e4869_0_27"/>
          <p:cNvSpPr txBox="1"/>
          <p:nvPr>
            <p:ph idx="1" type="body"/>
          </p:nvPr>
        </p:nvSpPr>
        <p:spPr>
          <a:xfrm>
            <a:off x="311700" y="863550"/>
            <a:ext cx="8520600" cy="3842700"/>
          </a:xfrm>
          <a:prstGeom prst="rect">
            <a:avLst/>
          </a:prstGeom>
          <a:noFill/>
          <a:ln>
            <a:noFill/>
          </a:ln>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SzPts val="1600"/>
              <a:buChar char="●"/>
            </a:pPr>
            <a:r>
              <a:rPr lang="en" sz="1600"/>
              <a:t>Run means to translate the bytecode into something that the platform understands</a:t>
            </a:r>
            <a:endParaRPr sz="1600"/>
          </a:p>
          <a:p>
            <a:pPr indent="-330200" lvl="0" marL="457200" rtl="0" algn="l">
              <a:lnSpc>
                <a:spcPct val="115000"/>
              </a:lnSpc>
              <a:spcBef>
                <a:spcPts val="0"/>
              </a:spcBef>
              <a:spcAft>
                <a:spcPts val="0"/>
              </a:spcAft>
              <a:buSzPts val="1600"/>
              <a:buChar char="●"/>
            </a:pPr>
            <a:r>
              <a:rPr lang="en" sz="1600"/>
              <a:t>Bytecode is executed by the Java Virtual Machine (JVM)</a:t>
            </a:r>
            <a:endParaRPr sz="1600"/>
          </a:p>
          <a:p>
            <a:pPr indent="-330200" lvl="0" marL="457200" rtl="0" algn="l">
              <a:lnSpc>
                <a:spcPct val="115000"/>
              </a:lnSpc>
              <a:spcBef>
                <a:spcPts val="0"/>
              </a:spcBef>
              <a:spcAft>
                <a:spcPts val="0"/>
              </a:spcAft>
              <a:buSzPts val="1600"/>
              <a:buChar char="●"/>
            </a:pPr>
            <a:r>
              <a:rPr lang="en" sz="1600"/>
              <a:t>The JVM then either compiles or interprets the bytecode</a:t>
            </a:r>
            <a:endParaRPr sz="1600"/>
          </a:p>
          <a:p>
            <a:pPr indent="0" lvl="0" marL="0" rtl="0" algn="l">
              <a:lnSpc>
                <a:spcPct val="115000"/>
              </a:lnSpc>
              <a:spcBef>
                <a:spcPts val="1200"/>
              </a:spcBef>
              <a:spcAft>
                <a:spcPts val="0"/>
              </a:spcAft>
              <a:buSzPts val="1800"/>
              <a:buNone/>
            </a:pPr>
            <a:r>
              <a:t/>
            </a:r>
            <a:endParaRPr sz="1600"/>
          </a:p>
          <a:p>
            <a:pPr indent="0" lvl="0" marL="0" rtl="0" algn="l">
              <a:lnSpc>
                <a:spcPct val="115000"/>
              </a:lnSpc>
              <a:spcBef>
                <a:spcPts val="1200"/>
              </a:spcBef>
              <a:spcAft>
                <a:spcPts val="0"/>
              </a:spcAft>
              <a:buSzPts val="1800"/>
              <a:buNone/>
            </a:pPr>
            <a:r>
              <a:t/>
            </a:r>
            <a:endParaRPr sz="1600"/>
          </a:p>
          <a:p>
            <a:pPr indent="0" lvl="0" marL="0" rtl="0" algn="l">
              <a:lnSpc>
                <a:spcPct val="115000"/>
              </a:lnSpc>
              <a:spcBef>
                <a:spcPts val="1200"/>
              </a:spcBef>
              <a:spcAft>
                <a:spcPts val="0"/>
              </a:spcAft>
              <a:buSzPts val="1800"/>
              <a:buNone/>
            </a:pPr>
            <a:r>
              <a:t/>
            </a:r>
            <a:endParaRPr sz="1600"/>
          </a:p>
          <a:p>
            <a:pPr indent="0" lvl="0" marL="0" rtl="0" algn="l">
              <a:lnSpc>
                <a:spcPct val="115000"/>
              </a:lnSpc>
              <a:spcBef>
                <a:spcPts val="1200"/>
              </a:spcBef>
              <a:spcAft>
                <a:spcPts val="0"/>
              </a:spcAft>
              <a:buSzPts val="1800"/>
              <a:buNone/>
            </a:pPr>
            <a:r>
              <a:rPr lang="en" sz="1600"/>
              <a:t>The program executes the commands.</a:t>
            </a:r>
            <a:endParaRPr sz="1600"/>
          </a:p>
          <a:p>
            <a:pPr indent="0" lvl="0" marL="0" rtl="0" algn="l">
              <a:lnSpc>
                <a:spcPct val="115000"/>
              </a:lnSpc>
              <a:spcBef>
                <a:spcPts val="1200"/>
              </a:spcBef>
              <a:spcAft>
                <a:spcPts val="1200"/>
              </a:spcAft>
              <a:buSzPts val="1800"/>
              <a:buNone/>
            </a:pPr>
            <a:r>
              <a:t/>
            </a:r>
            <a:endParaRPr sz="1600"/>
          </a:p>
        </p:txBody>
      </p:sp>
      <p:pic>
        <p:nvPicPr>
          <p:cNvPr id="84" name="Google Shape;84;g3be2f9e4869_0_27"/>
          <p:cNvPicPr preferRelativeResize="0"/>
          <p:nvPr/>
        </p:nvPicPr>
        <p:blipFill rotWithShape="1">
          <a:blip r:embed="rId3">
            <a:alphaModFix/>
          </a:blip>
          <a:srcRect b="0" l="0" r="0" t="0"/>
          <a:stretch/>
        </p:blipFill>
        <p:spPr>
          <a:xfrm>
            <a:off x="850700" y="2052025"/>
            <a:ext cx="2790597" cy="754025"/>
          </a:xfrm>
          <a:prstGeom prst="rect">
            <a:avLst/>
          </a:prstGeom>
          <a:noFill/>
          <a:ln>
            <a:noFill/>
          </a:ln>
        </p:spPr>
      </p:pic>
      <p:sp>
        <p:nvSpPr>
          <p:cNvPr id="85" name="Google Shape;85;g3be2f9e4869_0_27"/>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Run</a:t>
            </a:r>
            <a:endParaRPr/>
          </a:p>
        </p:txBody>
      </p:sp>
      <p:sp>
        <p:nvSpPr>
          <p:cNvPr id="86" name="Google Shape;86;g3be2f9e4869_0_27"/>
          <p:cNvSpPr/>
          <p:nvPr/>
        </p:nvSpPr>
        <p:spPr>
          <a:xfrm>
            <a:off x="2170100" y="2408324"/>
            <a:ext cx="405600" cy="3978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7" name="Google Shape;87;g3be2f9e4869_0_27"/>
          <p:cNvPicPr preferRelativeResize="0"/>
          <p:nvPr/>
        </p:nvPicPr>
        <p:blipFill rotWithShape="1">
          <a:blip r:embed="rId4">
            <a:alphaModFix/>
          </a:blip>
          <a:srcRect b="0" l="0" r="0" t="0"/>
          <a:stretch/>
        </p:blipFill>
        <p:spPr>
          <a:xfrm>
            <a:off x="947113" y="4030475"/>
            <a:ext cx="2851585" cy="754025"/>
          </a:xfrm>
          <a:prstGeom prst="rect">
            <a:avLst/>
          </a:prstGeom>
          <a:noFill/>
          <a:ln>
            <a:noFill/>
          </a:ln>
        </p:spPr>
      </p:pic>
      <p:sp>
        <p:nvSpPr>
          <p:cNvPr id="88" name="Google Shape;88;g3be2f9e4869_0_27"/>
          <p:cNvSpPr/>
          <p:nvPr/>
        </p:nvSpPr>
        <p:spPr>
          <a:xfrm>
            <a:off x="5041725" y="3639225"/>
            <a:ext cx="2010900" cy="623700"/>
          </a:xfrm>
          <a:prstGeom prst="wedgeRoundRectCallout">
            <a:avLst>
              <a:gd fmla="val -92103" name="adj1"/>
              <a:gd fmla="val 80479" name="adj2"/>
              <a:gd fmla="val 0" name="adj3"/>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What can go wrong?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id="93" name="Google Shape;93;g3be2f9e4869_0_36"/>
          <p:cNvPicPr preferRelativeResize="0"/>
          <p:nvPr/>
        </p:nvPicPr>
        <p:blipFill rotWithShape="1">
          <a:blip r:embed="rId3">
            <a:alphaModFix/>
          </a:blip>
          <a:srcRect b="0" l="0" r="0" t="0"/>
          <a:stretch/>
        </p:blipFill>
        <p:spPr>
          <a:xfrm>
            <a:off x="4315600" y="3229250"/>
            <a:ext cx="4627424" cy="1803700"/>
          </a:xfrm>
          <a:prstGeom prst="rect">
            <a:avLst/>
          </a:prstGeom>
          <a:noFill/>
          <a:ln>
            <a:noFill/>
          </a:ln>
        </p:spPr>
      </p:pic>
      <p:sp>
        <p:nvSpPr>
          <p:cNvPr id="94" name="Google Shape;94;g3be2f9e4869_0_36"/>
          <p:cNvSpPr txBox="1"/>
          <p:nvPr>
            <p:ph type="title"/>
          </p:nvPr>
        </p:nvSpPr>
        <p:spPr>
          <a:xfrm>
            <a:off x="253475" y="165450"/>
            <a:ext cx="8520600" cy="572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
              <a:t>Compile </a:t>
            </a:r>
            <a:endParaRPr/>
          </a:p>
        </p:txBody>
      </p:sp>
      <p:sp>
        <p:nvSpPr>
          <p:cNvPr id="95" name="Google Shape;95;g3be2f9e4869_0_36"/>
          <p:cNvSpPr txBox="1"/>
          <p:nvPr>
            <p:ph idx="1" type="body"/>
          </p:nvPr>
        </p:nvSpPr>
        <p:spPr>
          <a:xfrm>
            <a:off x="253475" y="668275"/>
            <a:ext cx="8520600" cy="34164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1700"/>
              <a:buNone/>
            </a:pPr>
            <a:r>
              <a:rPr lang="en"/>
              <a:t>A compiler translates high-level language into machine language for the computer to read.</a:t>
            </a:r>
            <a:endParaRPr/>
          </a:p>
          <a:p>
            <a:pPr indent="-247650" lvl="0" marL="342900" rtl="0" algn="l">
              <a:lnSpc>
                <a:spcPct val="100000"/>
              </a:lnSpc>
              <a:spcBef>
                <a:spcPts val="640"/>
              </a:spcBef>
              <a:spcAft>
                <a:spcPts val="0"/>
              </a:spcAft>
              <a:buSzPts val="1700"/>
              <a:buChar char="•"/>
            </a:pPr>
            <a:r>
              <a:rPr lang="en"/>
              <a:t>Compiling is done automatically in Eclipse</a:t>
            </a:r>
            <a:endParaRPr/>
          </a:p>
          <a:p>
            <a:pPr indent="-247650" lvl="0" marL="342900" rtl="0" algn="l">
              <a:lnSpc>
                <a:spcPct val="100000"/>
              </a:lnSpc>
              <a:spcBef>
                <a:spcPts val="640"/>
              </a:spcBef>
              <a:spcAft>
                <a:spcPts val="0"/>
              </a:spcAft>
              <a:buSzPts val="1700"/>
              <a:buChar char="•"/>
            </a:pPr>
            <a:r>
              <a:rPr lang="en"/>
              <a:t>Compiling source code (.java) generates a .class file - .class file contains the bytecode</a:t>
            </a:r>
            <a:endParaRPr/>
          </a:p>
          <a:p>
            <a:pPr indent="0" lvl="0" marL="0" rtl="0" algn="l">
              <a:lnSpc>
                <a:spcPct val="100000"/>
              </a:lnSpc>
              <a:spcBef>
                <a:spcPts val="640"/>
              </a:spcBef>
              <a:spcAft>
                <a:spcPts val="0"/>
              </a:spcAft>
              <a:buSzPts val="1700"/>
              <a:buNone/>
            </a:pPr>
            <a:r>
              <a:rPr lang="en"/>
              <a:t>Right click java file -&gt; Show In -&gt; System Explorer</a:t>
            </a:r>
            <a:endParaRPr/>
          </a:p>
        </p:txBody>
      </p:sp>
      <p:pic>
        <p:nvPicPr>
          <p:cNvPr id="96" name="Google Shape;96;g3be2f9e4869_0_36"/>
          <p:cNvPicPr preferRelativeResize="0"/>
          <p:nvPr/>
        </p:nvPicPr>
        <p:blipFill rotWithShape="1">
          <a:blip r:embed="rId4">
            <a:alphaModFix/>
          </a:blip>
          <a:srcRect b="0" l="0" r="0" t="30187"/>
          <a:stretch/>
        </p:blipFill>
        <p:spPr>
          <a:xfrm>
            <a:off x="201550" y="3229250"/>
            <a:ext cx="3887375" cy="1118250"/>
          </a:xfrm>
          <a:prstGeom prst="rect">
            <a:avLst/>
          </a:prstGeom>
          <a:noFill/>
          <a:ln>
            <a:noFill/>
          </a:ln>
        </p:spPr>
      </p:pic>
      <p:sp>
        <p:nvSpPr>
          <p:cNvPr id="97" name="Google Shape;97;g3be2f9e4869_0_36"/>
          <p:cNvSpPr/>
          <p:nvPr/>
        </p:nvSpPr>
        <p:spPr>
          <a:xfrm>
            <a:off x="4315600" y="4513250"/>
            <a:ext cx="4458600" cy="519600"/>
          </a:xfrm>
          <a:prstGeom prst="rect">
            <a:avLst/>
          </a:prstGeom>
          <a:noFill/>
          <a:ln cap="flat" cmpd="sng" w="28575">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3be2f9e4869_0_44"/>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Compile Source Code to Byte Code </a:t>
            </a:r>
            <a:endParaRPr/>
          </a:p>
        </p:txBody>
      </p:sp>
      <p:sp>
        <p:nvSpPr>
          <p:cNvPr id="103" name="Google Shape;103;g3be2f9e4869_0_44"/>
          <p:cNvSpPr txBox="1"/>
          <p:nvPr>
            <p:ph idx="1" type="body"/>
          </p:nvPr>
        </p:nvSpPr>
        <p:spPr>
          <a:xfrm>
            <a:off x="311700" y="863550"/>
            <a:ext cx="8520600" cy="245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sz="1600"/>
              <a:t>A compiler translates high-level language into machine language for the computer to read.</a:t>
            </a:r>
            <a:endParaRPr sz="1600"/>
          </a:p>
          <a:p>
            <a:pPr indent="-330200" lvl="0" marL="457200" rtl="0" algn="l">
              <a:lnSpc>
                <a:spcPct val="115000"/>
              </a:lnSpc>
              <a:spcBef>
                <a:spcPts val="1200"/>
              </a:spcBef>
              <a:spcAft>
                <a:spcPts val="0"/>
              </a:spcAft>
              <a:buSzPts val="1600"/>
              <a:buChar char="●"/>
            </a:pPr>
            <a:r>
              <a:rPr lang="en" sz="1600"/>
              <a:t>Compiling source code (.java) generates a .class file that  contains the bytecode</a:t>
            </a:r>
            <a:endParaRPr sz="1600"/>
          </a:p>
          <a:p>
            <a:pPr indent="-330200" lvl="0" marL="457200" rtl="0" algn="l">
              <a:lnSpc>
                <a:spcPct val="115000"/>
              </a:lnSpc>
              <a:spcBef>
                <a:spcPts val="1200"/>
              </a:spcBef>
              <a:spcAft>
                <a:spcPts val="0"/>
              </a:spcAft>
              <a:buSzPts val="1600"/>
              <a:buChar char="●"/>
            </a:pPr>
            <a:r>
              <a:rPr lang="en" sz="1600"/>
              <a:t>Byte code instructions are the machine language of the Java Virtual Machine (JVM) and cannot be directly executed by the CPU.</a:t>
            </a:r>
            <a:endParaRPr sz="1600"/>
          </a:p>
          <a:p>
            <a:pPr indent="0" lvl="0" marL="0" rtl="0" algn="l">
              <a:lnSpc>
                <a:spcPct val="115000"/>
              </a:lnSpc>
              <a:spcBef>
                <a:spcPts val="0"/>
              </a:spcBef>
              <a:spcAft>
                <a:spcPts val="0"/>
              </a:spcAft>
              <a:buSzPts val="1700"/>
              <a:buNone/>
            </a:pPr>
            <a:r>
              <a:t/>
            </a:r>
            <a:endParaRPr sz="1600"/>
          </a:p>
        </p:txBody>
      </p:sp>
      <p:pic>
        <p:nvPicPr>
          <p:cNvPr id="104" name="Google Shape;104;g3be2f9e4869_0_44" title="Screenshot 2025-08-26 at 9.20.00 AM.png"/>
          <p:cNvPicPr preferRelativeResize="0"/>
          <p:nvPr/>
        </p:nvPicPr>
        <p:blipFill rotWithShape="1">
          <a:blip r:embed="rId3">
            <a:alphaModFix/>
          </a:blip>
          <a:srcRect b="0" l="0" r="0" t="0"/>
          <a:stretch/>
        </p:blipFill>
        <p:spPr>
          <a:xfrm>
            <a:off x="311700" y="2981225"/>
            <a:ext cx="5124450" cy="1257300"/>
          </a:xfrm>
          <a:prstGeom prst="rect">
            <a:avLst/>
          </a:prstGeom>
          <a:solidFill>
            <a:srgbClr val="D9EAD3"/>
          </a:solidFill>
          <a:ln cap="flat" cmpd="sng" w="9525">
            <a:solidFill>
              <a:schemeClr val="dk2"/>
            </a:solidFill>
            <a:prstDash val="solid"/>
            <a:round/>
            <a:headEnd len="sm" w="sm" type="none"/>
            <a:tailEnd len="sm" w="sm" type="none"/>
          </a:ln>
        </p:spPr>
      </p:pic>
      <p:sp>
        <p:nvSpPr>
          <p:cNvPr id="105" name="Google Shape;105;g3be2f9e4869_0_44"/>
          <p:cNvSpPr/>
          <p:nvPr/>
        </p:nvSpPr>
        <p:spPr>
          <a:xfrm>
            <a:off x="3806350" y="3630950"/>
            <a:ext cx="3792300" cy="947400"/>
          </a:xfrm>
          <a:prstGeom prst="leftArrowCallout">
            <a:avLst>
              <a:gd fmla="val 25000" name="adj1"/>
              <a:gd fmla="val 25000" name="adj2"/>
              <a:gd fmla="val 25000" name="adj3"/>
              <a:gd fmla="val 85001"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You will turn in the .java source code for your assignments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b42e763e9c_0_55"/>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Environment</a:t>
            </a:r>
            <a:endParaRPr/>
          </a:p>
        </p:txBody>
      </p:sp>
      <p:sp>
        <p:nvSpPr>
          <p:cNvPr id="111" name="Google Shape;111;g3b42e763e9c_0_55"/>
          <p:cNvSpPr txBox="1"/>
          <p:nvPr>
            <p:ph idx="1" type="body"/>
          </p:nvPr>
        </p:nvSpPr>
        <p:spPr>
          <a:xfrm>
            <a:off x="322375" y="689275"/>
            <a:ext cx="8554500" cy="38778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a:t>If you do not have a laptop in class you will work with someone at the beginning so you know how to do it on your desktop at home.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 u="sng">
                <a:solidFill>
                  <a:schemeClr val="hlink"/>
                </a:solidFill>
                <a:hlinkClick r:id="rId3"/>
              </a:rPr>
              <a:t>Computer Science Getting Started </a:t>
            </a:r>
            <a:endParaRPr/>
          </a:p>
          <a:p>
            <a:pPr indent="0" lvl="0" marL="0" rtl="0" algn="l">
              <a:spcBef>
                <a:spcPts val="360"/>
              </a:spcBef>
              <a:spcAft>
                <a:spcPts val="0"/>
              </a:spcAft>
              <a:buNone/>
            </a:pPr>
            <a:r>
              <a:rPr lang="en"/>
              <a:t>Understanding what you set up and being more efficient with </a:t>
            </a:r>
            <a:endParaRPr/>
          </a:p>
          <a:p>
            <a:pPr indent="-292100" lvl="0" marL="457200" rtl="0" algn="l">
              <a:spcBef>
                <a:spcPts val="360"/>
              </a:spcBef>
              <a:spcAft>
                <a:spcPts val="0"/>
              </a:spcAft>
              <a:buSzPts val="1000"/>
              <a:buChar char="•"/>
            </a:pPr>
            <a:r>
              <a:rPr lang="en"/>
              <a:t>your operating system</a:t>
            </a:r>
            <a:endParaRPr/>
          </a:p>
          <a:p>
            <a:pPr indent="-292100" lvl="0" marL="457200" rtl="0" algn="l">
              <a:spcBef>
                <a:spcPts val="0"/>
              </a:spcBef>
              <a:spcAft>
                <a:spcPts val="0"/>
              </a:spcAft>
              <a:buSzPts val="1000"/>
              <a:buChar char="•"/>
            </a:pPr>
            <a:r>
              <a:rPr lang="en"/>
              <a:t>versioning and backing up your work</a:t>
            </a:r>
            <a:endParaRPr/>
          </a:p>
          <a:p>
            <a:pPr indent="-292100" lvl="0" marL="457200" rtl="0" algn="l">
              <a:spcBef>
                <a:spcPts val="0"/>
              </a:spcBef>
              <a:spcAft>
                <a:spcPts val="0"/>
              </a:spcAft>
              <a:buSzPts val="1000"/>
              <a:buChar char="•"/>
            </a:pPr>
            <a:r>
              <a:rPr lang="en"/>
              <a:t>Writing and debugging code </a:t>
            </a:r>
            <a:endParaRPr/>
          </a:p>
          <a:p>
            <a:pPr indent="0" lvl="0" marL="0" rtl="0" algn="l">
              <a:spcBef>
                <a:spcPts val="360"/>
              </a:spcBef>
              <a:spcAft>
                <a:spcPts val="0"/>
              </a:spcAft>
              <a:buNone/>
            </a:pPr>
            <a:r>
              <a:t/>
            </a:r>
            <a:endParaRPr/>
          </a:p>
          <a:p>
            <a:pPr indent="0" lvl="0" marL="0" rtl="0" algn="l">
              <a:lnSpc>
                <a:spcPct val="115000"/>
              </a:lnSpc>
              <a:spcBef>
                <a:spcPts val="0"/>
              </a:spcBef>
              <a:spcAft>
                <a:spcPts val="0"/>
              </a:spcAft>
              <a:buClr>
                <a:schemeClr val="dk1"/>
              </a:buClr>
              <a:buSzPts val="1700"/>
              <a:buFont typeface="Arial"/>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be2f9e4869_0_99"/>
          <p:cNvSpPr txBox="1"/>
          <p:nvPr/>
        </p:nvSpPr>
        <p:spPr>
          <a:xfrm>
            <a:off x="212625" y="1791425"/>
            <a:ext cx="4139400" cy="31401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FD6"/>
                </a:solidFill>
                <a:latin typeface="Arial"/>
                <a:ea typeface="Arial"/>
                <a:cs typeface="Arial"/>
                <a:sym typeface="Arial"/>
              </a:rPr>
              <a:t>public</a:t>
            </a:r>
            <a:r>
              <a:rPr b="0" i="0" lang="en" sz="1200" u="none" cap="none" strike="noStrike">
                <a:solidFill>
                  <a:schemeClr val="dk1"/>
                </a:solidFill>
                <a:latin typeface="Arial"/>
                <a:ea typeface="Arial"/>
                <a:cs typeface="Arial"/>
                <a:sym typeface="Arial"/>
              </a:rPr>
              <a:t> </a:t>
            </a:r>
            <a:r>
              <a:rPr b="1" i="0" lang="en" sz="1200" u="none" cap="none" strike="noStrike">
                <a:solidFill>
                  <a:srgbClr val="000FD6"/>
                </a:solidFill>
                <a:latin typeface="Arial"/>
                <a:ea typeface="Arial"/>
                <a:cs typeface="Arial"/>
                <a:sym typeface="Arial"/>
              </a:rPr>
              <a:t>class</a:t>
            </a:r>
            <a:r>
              <a:rPr b="0" i="0" lang="en" sz="1200" u="none" cap="none" strike="noStrike">
                <a:solidFill>
                  <a:schemeClr val="dk1"/>
                </a:solidFill>
                <a:latin typeface="Arial"/>
                <a:ea typeface="Arial"/>
                <a:cs typeface="Arial"/>
                <a:sym typeface="Arial"/>
              </a:rPr>
              <a:t> ComputeArea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t>
            </a:r>
            <a:r>
              <a:rPr b="1" i="0" lang="en" sz="1200" u="none" cap="none" strike="noStrike">
                <a:solidFill>
                  <a:srgbClr val="000FD6"/>
                </a:solidFill>
                <a:latin typeface="Arial"/>
                <a:ea typeface="Arial"/>
                <a:cs typeface="Arial"/>
                <a:sym typeface="Arial"/>
              </a:rPr>
              <a:t>public</a:t>
            </a:r>
            <a:r>
              <a:rPr b="0" i="0" lang="en" sz="1200" u="none" cap="none" strike="noStrike">
                <a:solidFill>
                  <a:schemeClr val="dk1"/>
                </a:solidFill>
                <a:latin typeface="Arial"/>
                <a:ea typeface="Arial"/>
                <a:cs typeface="Arial"/>
                <a:sym typeface="Arial"/>
              </a:rPr>
              <a:t> </a:t>
            </a:r>
            <a:r>
              <a:rPr b="1" i="0" lang="en" sz="1200" u="none" cap="none" strike="noStrike">
                <a:solidFill>
                  <a:srgbClr val="000FD6"/>
                </a:solidFill>
                <a:latin typeface="Arial"/>
                <a:ea typeface="Arial"/>
                <a:cs typeface="Arial"/>
                <a:sym typeface="Arial"/>
              </a:rPr>
              <a:t>static</a:t>
            </a:r>
            <a:r>
              <a:rPr b="0" i="0" lang="en" sz="1200" u="none" cap="none" strike="noStrike">
                <a:solidFill>
                  <a:schemeClr val="dk1"/>
                </a:solidFill>
                <a:latin typeface="Arial"/>
                <a:ea typeface="Arial"/>
                <a:cs typeface="Arial"/>
                <a:sym typeface="Arial"/>
              </a:rPr>
              <a:t> </a:t>
            </a:r>
            <a:r>
              <a:rPr b="1" i="0" lang="en" sz="1200" u="none" cap="none" strike="noStrike">
                <a:solidFill>
                  <a:srgbClr val="000FD6"/>
                </a:solidFill>
                <a:latin typeface="Arial"/>
                <a:ea typeface="Arial"/>
                <a:cs typeface="Arial"/>
                <a:sym typeface="Arial"/>
              </a:rPr>
              <a:t>void</a:t>
            </a:r>
            <a:r>
              <a:rPr b="0" i="0" lang="en" sz="1200" u="none" cap="none" strike="noStrike">
                <a:solidFill>
                  <a:schemeClr val="dk1"/>
                </a:solidFill>
                <a:latin typeface="Arial"/>
                <a:ea typeface="Arial"/>
                <a:cs typeface="Arial"/>
                <a:sym typeface="Arial"/>
              </a:rPr>
              <a:t> main(String[] args)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t>
            </a:r>
            <a:r>
              <a:rPr b="1" i="0" lang="en" sz="1200" u="none" cap="none" strike="noStrike">
                <a:solidFill>
                  <a:srgbClr val="000FD6"/>
                </a:solidFill>
                <a:latin typeface="Arial"/>
                <a:ea typeface="Arial"/>
                <a:cs typeface="Arial"/>
                <a:sym typeface="Arial"/>
              </a:rPr>
              <a:t>double</a:t>
            </a:r>
            <a:r>
              <a:rPr b="0" i="0" lang="en" sz="1200" u="none" cap="none" strike="noStrike">
                <a:solidFill>
                  <a:schemeClr val="dk1"/>
                </a:solidFill>
                <a:latin typeface="Arial"/>
                <a:ea typeface="Arial"/>
                <a:cs typeface="Arial"/>
                <a:sym typeface="Arial"/>
              </a:rPr>
              <a:t> radius; </a:t>
            </a:r>
            <a:r>
              <a:rPr b="0" i="0" lang="en" sz="1200" u="none" cap="none" strike="noStrike">
                <a:solidFill>
                  <a:srgbClr val="005500"/>
                </a:solidFill>
                <a:latin typeface="Arial"/>
                <a:ea typeface="Arial"/>
                <a:cs typeface="Arial"/>
                <a:sym typeface="Arial"/>
              </a:rPr>
              <a:t>// Declare radius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t>
            </a:r>
            <a:r>
              <a:rPr b="1" i="0" lang="en" sz="1200" u="none" cap="none" strike="noStrike">
                <a:solidFill>
                  <a:srgbClr val="000FD6"/>
                </a:solidFill>
                <a:latin typeface="Arial"/>
                <a:ea typeface="Arial"/>
                <a:cs typeface="Arial"/>
                <a:sym typeface="Arial"/>
              </a:rPr>
              <a:t>double</a:t>
            </a:r>
            <a:r>
              <a:rPr b="0" i="0" lang="en" sz="1200" u="none" cap="none" strike="noStrike">
                <a:solidFill>
                  <a:schemeClr val="dk1"/>
                </a:solidFill>
                <a:latin typeface="Arial"/>
                <a:ea typeface="Arial"/>
                <a:cs typeface="Arial"/>
                <a:sym typeface="Arial"/>
              </a:rPr>
              <a:t> area; </a:t>
            </a:r>
            <a:r>
              <a:rPr b="0" i="0" lang="en" sz="1200" u="none" cap="none" strike="noStrike">
                <a:solidFill>
                  <a:srgbClr val="005500"/>
                </a:solidFill>
                <a:latin typeface="Arial"/>
                <a:ea typeface="Arial"/>
                <a:cs typeface="Arial"/>
                <a:sym typeface="Arial"/>
              </a:rPr>
              <a:t>// Declare area</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t>
            </a:r>
            <a:r>
              <a:rPr b="0" i="0" lang="en" sz="1200" u="none" cap="none" strike="noStrike">
                <a:solidFill>
                  <a:srgbClr val="005500"/>
                </a:solidFill>
                <a:latin typeface="Arial"/>
                <a:ea typeface="Arial"/>
                <a:cs typeface="Arial"/>
                <a:sym typeface="Arial"/>
              </a:rPr>
              <a:t>// Assign a radius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radius = </a:t>
            </a:r>
            <a:r>
              <a:rPr b="0" i="0" lang="en" sz="1200" u="none" cap="none" strike="noStrike">
                <a:solidFill>
                  <a:srgbClr val="007D9F"/>
                </a:solidFill>
                <a:latin typeface="Arial"/>
                <a:ea typeface="Arial"/>
                <a:cs typeface="Arial"/>
                <a:sym typeface="Arial"/>
              </a:rPr>
              <a:t>20</a:t>
            </a:r>
            <a:r>
              <a:rPr b="0" i="0" lang="en"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t>
            </a:r>
            <a:r>
              <a:rPr b="0" i="0" lang="en" sz="1200" u="none" cap="none" strike="noStrike">
                <a:solidFill>
                  <a:srgbClr val="005500"/>
                </a:solidFill>
                <a:latin typeface="Arial"/>
                <a:ea typeface="Arial"/>
                <a:cs typeface="Arial"/>
                <a:sym typeface="Arial"/>
              </a:rPr>
              <a:t>// Compute area</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area = radius * radius * </a:t>
            </a:r>
            <a:r>
              <a:rPr b="0" i="0" lang="en" sz="1200" u="none" cap="none" strike="noStrike">
                <a:solidFill>
                  <a:srgbClr val="007D9F"/>
                </a:solidFill>
                <a:latin typeface="Arial"/>
                <a:ea typeface="Arial"/>
                <a:cs typeface="Arial"/>
                <a:sym typeface="Arial"/>
              </a:rPr>
              <a:t>3.14159</a:t>
            </a:r>
            <a:r>
              <a:rPr b="0" i="0" lang="en"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t>
            </a:r>
            <a:r>
              <a:rPr b="0" i="0" lang="en" sz="1200" u="none" cap="none" strike="noStrike">
                <a:solidFill>
                  <a:srgbClr val="005500"/>
                </a:solidFill>
                <a:latin typeface="Arial"/>
                <a:ea typeface="Arial"/>
                <a:cs typeface="Arial"/>
                <a:sym typeface="Arial"/>
              </a:rPr>
              <a:t>// Display results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System.out.println(</a:t>
            </a:r>
            <a:r>
              <a:rPr b="0" i="0" lang="en" sz="1200" u="none" cap="none" strike="noStrike">
                <a:solidFill>
                  <a:srgbClr val="007D9F"/>
                </a:solidFill>
                <a:latin typeface="Arial"/>
                <a:ea typeface="Arial"/>
                <a:cs typeface="Arial"/>
                <a:sym typeface="Arial"/>
              </a:rPr>
              <a:t>"The area for the circle of radius "</a:t>
            </a:r>
            <a:r>
              <a:rPr b="0" i="0" lang="en"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radius + </a:t>
            </a:r>
            <a:r>
              <a:rPr b="0" i="0" lang="en" sz="1200" u="none" cap="none" strike="noStrike">
                <a:solidFill>
                  <a:srgbClr val="007D9F"/>
                </a:solidFill>
                <a:latin typeface="Arial"/>
                <a:ea typeface="Arial"/>
                <a:cs typeface="Arial"/>
                <a:sym typeface="Arial"/>
              </a:rPr>
              <a:t>" is "</a:t>
            </a:r>
            <a:r>
              <a:rPr b="0" i="0" lang="en" sz="1200" u="none" cap="none" strike="noStrike">
                <a:solidFill>
                  <a:schemeClr val="dk1"/>
                </a:solidFill>
                <a:latin typeface="Arial"/>
                <a:ea typeface="Arial"/>
                <a:cs typeface="Arial"/>
                <a:sym typeface="Arial"/>
              </a:rPr>
              <a:t> + area);</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  }</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rial"/>
                <a:ea typeface="Arial"/>
                <a:cs typeface="Arial"/>
                <a:sym typeface="Arial"/>
              </a:rPr>
              <a:t>}</a:t>
            </a:r>
            <a:endParaRPr b="0" i="0" sz="1200" u="none" cap="none" strike="noStrike">
              <a:solidFill>
                <a:schemeClr val="dk1"/>
              </a:solidFill>
              <a:latin typeface="Arial"/>
              <a:ea typeface="Arial"/>
              <a:cs typeface="Arial"/>
              <a:sym typeface="Arial"/>
            </a:endParaRPr>
          </a:p>
        </p:txBody>
      </p:sp>
      <p:sp>
        <p:nvSpPr>
          <p:cNvPr id="117" name="Google Shape;117;g3be2f9e4869_0_99"/>
          <p:cNvSpPr txBox="1"/>
          <p:nvPr>
            <p:ph type="title"/>
          </p:nvPr>
        </p:nvSpPr>
        <p:spPr>
          <a:xfrm>
            <a:off x="311700" y="254900"/>
            <a:ext cx="42075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220"/>
              <a:t>Explore </a:t>
            </a:r>
            <a:endParaRPr sz="2220"/>
          </a:p>
        </p:txBody>
      </p:sp>
      <p:sp>
        <p:nvSpPr>
          <p:cNvPr id="118" name="Google Shape;118;g3be2f9e4869_0_99"/>
          <p:cNvSpPr txBox="1"/>
          <p:nvPr>
            <p:ph idx="1" type="body"/>
          </p:nvPr>
        </p:nvSpPr>
        <p:spPr>
          <a:xfrm>
            <a:off x="212625" y="827600"/>
            <a:ext cx="4351500" cy="1290300"/>
          </a:xfrm>
          <a:prstGeom prst="rect">
            <a:avLst/>
          </a:prstGeom>
          <a:noFill/>
          <a:ln>
            <a:noFill/>
          </a:ln>
        </p:spPr>
        <p:txBody>
          <a:bodyPr anchorCtr="0" anchor="t" bIns="91425" lIns="91425" spcFirstLastPara="1" rIns="91425" wrap="square" tIns="91425">
            <a:normAutofit/>
          </a:bodyPr>
          <a:lstStyle/>
          <a:p>
            <a:pPr indent="0" lvl="0" marL="0" rtl="0" algn="l">
              <a:lnSpc>
                <a:spcPct val="105000"/>
              </a:lnSpc>
              <a:spcBef>
                <a:spcPts val="0"/>
              </a:spcBef>
              <a:spcAft>
                <a:spcPts val="0"/>
              </a:spcAft>
              <a:buSzPts val="1800"/>
              <a:buNone/>
            </a:pPr>
            <a:r>
              <a:rPr lang="en" sz="1400"/>
              <a:t>Humans write algorithms to solve tasks and use programming languages to tell the computer how to execute the algorithm.</a:t>
            </a:r>
            <a:endParaRPr sz="1400"/>
          </a:p>
          <a:p>
            <a:pPr indent="0" lvl="0" marL="0" rtl="0" algn="l">
              <a:lnSpc>
                <a:spcPct val="105000"/>
              </a:lnSpc>
              <a:spcBef>
                <a:spcPts val="1200"/>
              </a:spcBef>
              <a:spcAft>
                <a:spcPts val="1200"/>
              </a:spcAft>
              <a:buSzPts val="1800"/>
              <a:buNone/>
            </a:pPr>
            <a:r>
              <a:t/>
            </a:r>
            <a:endParaRPr sz="1400"/>
          </a:p>
        </p:txBody>
      </p:sp>
      <p:pic>
        <p:nvPicPr>
          <p:cNvPr id="119" name="Google Shape;119;g3be2f9e4869_0_99"/>
          <p:cNvPicPr preferRelativeResize="0"/>
          <p:nvPr/>
        </p:nvPicPr>
        <p:blipFill rotWithShape="1">
          <a:blip r:embed="rId3">
            <a:alphaModFix/>
          </a:blip>
          <a:srcRect b="0" l="0" r="0" t="0"/>
          <a:stretch/>
        </p:blipFill>
        <p:spPr>
          <a:xfrm>
            <a:off x="3388500" y="2353999"/>
            <a:ext cx="667000" cy="1094975"/>
          </a:xfrm>
          <a:prstGeom prst="rect">
            <a:avLst/>
          </a:prstGeom>
          <a:noFill/>
          <a:ln>
            <a:noFill/>
          </a:ln>
        </p:spPr>
      </p:pic>
      <p:pic>
        <p:nvPicPr>
          <p:cNvPr id="120" name="Google Shape;120;g3be2f9e4869_0_99"/>
          <p:cNvPicPr preferRelativeResize="0"/>
          <p:nvPr/>
        </p:nvPicPr>
        <p:blipFill rotWithShape="1">
          <a:blip r:embed="rId4">
            <a:alphaModFix/>
          </a:blip>
          <a:srcRect b="29223" l="0" r="0" t="0"/>
          <a:stretch/>
        </p:blipFill>
        <p:spPr>
          <a:xfrm>
            <a:off x="3093249" y="1509950"/>
            <a:ext cx="1426000" cy="758526"/>
          </a:xfrm>
          <a:prstGeom prst="rect">
            <a:avLst/>
          </a:prstGeom>
          <a:noFill/>
          <a:ln>
            <a:noFill/>
          </a:ln>
        </p:spPr>
      </p:pic>
      <p:sp>
        <p:nvSpPr>
          <p:cNvPr id="121" name="Google Shape;121;g3be2f9e4869_0_99"/>
          <p:cNvSpPr txBox="1"/>
          <p:nvPr/>
        </p:nvSpPr>
        <p:spPr>
          <a:xfrm>
            <a:off x="4572000" y="1259139"/>
            <a:ext cx="4442400" cy="3146100"/>
          </a:xfrm>
          <a:prstGeom prst="rect">
            <a:avLst/>
          </a:prstGeom>
          <a:solidFill>
            <a:srgbClr val="D9D2E9"/>
          </a:solidFill>
          <a:ln>
            <a:noFill/>
          </a:ln>
        </p:spPr>
        <p:txBody>
          <a:bodyPr anchorCtr="0" anchor="t" bIns="91425" lIns="91425" spcFirstLastPara="1" rIns="91425" wrap="square" tIns="91425">
            <a:spAutoFit/>
          </a:bodyPr>
          <a:lstStyle/>
          <a:p>
            <a:pPr indent="-311150" lvl="0" marL="457200" marR="0" rtl="0" algn="l">
              <a:lnSpc>
                <a:spcPct val="115000"/>
              </a:lnSpc>
              <a:spcBef>
                <a:spcPts val="0"/>
              </a:spcBef>
              <a:spcAft>
                <a:spcPts val="0"/>
              </a:spcAft>
              <a:buClr>
                <a:srgbClr val="000000"/>
              </a:buClr>
              <a:buSzPts val="1300"/>
              <a:buFont typeface="Lexend"/>
              <a:buAutoNum type="arabicPeriod"/>
            </a:pPr>
            <a:r>
              <a:rPr b="0" i="0" lang="en" sz="1300" u="none" cap="none" strike="noStrike">
                <a:solidFill>
                  <a:srgbClr val="434343"/>
                </a:solidFill>
                <a:latin typeface="Lexend"/>
                <a:ea typeface="Lexend"/>
                <a:cs typeface="Lexend"/>
                <a:sym typeface="Lexend"/>
              </a:rPr>
              <a:t>Use Eclipse (or Go to  </a:t>
            </a:r>
            <a:r>
              <a:rPr b="0" i="0" lang="en" sz="1300" u="sng" cap="none" strike="noStrike">
                <a:solidFill>
                  <a:schemeClr val="hlink"/>
                </a:solidFill>
                <a:latin typeface="Lexend"/>
                <a:ea typeface="Lexend"/>
                <a:cs typeface="Lexend"/>
                <a:sym typeface="Lexend"/>
                <a:hlinkClick r:id="rId5"/>
              </a:rPr>
              <a:t>Visualize Code</a:t>
            </a:r>
            <a:r>
              <a:rPr b="0" i="0" lang="en" sz="1300" u="none" cap="none" strike="noStrike">
                <a:solidFill>
                  <a:srgbClr val="434343"/>
                </a:solidFill>
                <a:latin typeface="Lexend"/>
                <a:ea typeface="Lexend"/>
                <a:cs typeface="Lexend"/>
                <a:sym typeface="Lexend"/>
              </a:rPr>
              <a:t>) select java from the drop down.</a:t>
            </a:r>
            <a:endParaRPr b="0" i="0" sz="1300" u="none" cap="none" strike="noStrike">
              <a:solidFill>
                <a:srgbClr val="434343"/>
              </a:solidFill>
              <a:latin typeface="Lexend"/>
              <a:ea typeface="Lexend"/>
              <a:cs typeface="Lexend"/>
              <a:sym typeface="Lexend"/>
            </a:endParaRPr>
          </a:p>
          <a:p>
            <a:pPr indent="-311150" lvl="0" marL="457200" marR="0" rtl="0" algn="l">
              <a:lnSpc>
                <a:spcPct val="115000"/>
              </a:lnSpc>
              <a:spcBef>
                <a:spcPts val="0"/>
              </a:spcBef>
              <a:spcAft>
                <a:spcPts val="0"/>
              </a:spcAft>
              <a:buClr>
                <a:srgbClr val="434343"/>
              </a:buClr>
              <a:buSzPts val="1300"/>
              <a:buFont typeface="Lexend"/>
              <a:buAutoNum type="arabicPeriod"/>
            </a:pPr>
            <a:r>
              <a:rPr b="0" i="0" lang="en" sz="1300" u="none" cap="none" strike="noStrike">
                <a:solidFill>
                  <a:srgbClr val="434343"/>
                </a:solidFill>
                <a:latin typeface="Lexend"/>
                <a:ea typeface="Lexend"/>
                <a:cs typeface="Lexend"/>
                <a:sym typeface="Lexend"/>
              </a:rPr>
              <a:t>Add the following code below println method</a:t>
            </a:r>
            <a:endParaRPr b="0" i="0" sz="1300" u="none" cap="none" strike="noStrike">
              <a:solidFill>
                <a:srgbClr val="434343"/>
              </a:solidFill>
              <a:latin typeface="Lexend"/>
              <a:ea typeface="Lexend"/>
              <a:cs typeface="Lexend"/>
              <a:sym typeface="Lexend"/>
            </a:endParaRPr>
          </a:p>
          <a:p>
            <a:pPr indent="-311150" lvl="1" marL="914400" marR="0" rtl="0" algn="l">
              <a:lnSpc>
                <a:spcPct val="115000"/>
              </a:lnSpc>
              <a:spcBef>
                <a:spcPts val="0"/>
              </a:spcBef>
              <a:spcAft>
                <a:spcPts val="0"/>
              </a:spcAft>
              <a:buClr>
                <a:srgbClr val="434343"/>
              </a:buClr>
              <a:buSzPts val="1300"/>
              <a:buFont typeface="Lexend"/>
              <a:buAutoNum type="alphaLcPeriod"/>
            </a:pPr>
            <a:r>
              <a:rPr b="0" i="0" lang="en" sz="1300" u="none" cap="none" strike="noStrike">
                <a:solidFill>
                  <a:srgbClr val="434343"/>
                </a:solidFill>
                <a:latin typeface="Lexend"/>
                <a:ea typeface="Lexend"/>
                <a:cs typeface="Lexend"/>
                <a:sym typeface="Lexend"/>
              </a:rPr>
              <a:t>Declare integer, identifier test, initialized to 20</a:t>
            </a:r>
            <a:endParaRPr b="0" i="0" sz="1300" u="none" cap="none" strike="noStrike">
              <a:solidFill>
                <a:srgbClr val="434343"/>
              </a:solidFill>
              <a:latin typeface="Lexend"/>
              <a:ea typeface="Lexend"/>
              <a:cs typeface="Lexend"/>
              <a:sym typeface="Lexend"/>
            </a:endParaRPr>
          </a:p>
          <a:p>
            <a:pPr indent="-311150" lvl="1" marL="914400" marR="0" rtl="0" algn="l">
              <a:lnSpc>
                <a:spcPct val="115000"/>
              </a:lnSpc>
              <a:spcBef>
                <a:spcPts val="0"/>
              </a:spcBef>
              <a:spcAft>
                <a:spcPts val="0"/>
              </a:spcAft>
              <a:buClr>
                <a:srgbClr val="434343"/>
              </a:buClr>
              <a:buSzPts val="1300"/>
              <a:buFont typeface="Lexend"/>
              <a:buAutoNum type="alphaLcPeriod"/>
            </a:pPr>
            <a:r>
              <a:rPr b="0" i="0" lang="en" sz="1300" u="none" cap="none" strike="noStrike">
                <a:solidFill>
                  <a:srgbClr val="434343"/>
                </a:solidFill>
                <a:latin typeface="Lexend"/>
                <a:ea typeface="Lexend"/>
                <a:cs typeface="Lexend"/>
                <a:sym typeface="Lexend"/>
              </a:rPr>
              <a:t>Declare double, identifier divResult where is assigned divResult = test/3</a:t>
            </a:r>
            <a:endParaRPr b="0" i="0" sz="1300" u="none" cap="none" strike="noStrike">
              <a:solidFill>
                <a:srgbClr val="434343"/>
              </a:solidFill>
              <a:latin typeface="Lexend"/>
              <a:ea typeface="Lexend"/>
              <a:cs typeface="Lexend"/>
              <a:sym typeface="Lexend"/>
            </a:endParaRPr>
          </a:p>
          <a:p>
            <a:pPr indent="-311150" lvl="1" marL="914400" marR="0" rtl="0" algn="l">
              <a:lnSpc>
                <a:spcPct val="115000"/>
              </a:lnSpc>
              <a:spcBef>
                <a:spcPts val="0"/>
              </a:spcBef>
              <a:spcAft>
                <a:spcPts val="0"/>
              </a:spcAft>
              <a:buClr>
                <a:srgbClr val="434343"/>
              </a:buClr>
              <a:buSzPts val="1300"/>
              <a:buFont typeface="Lexend"/>
              <a:buAutoNum type="alphaLcPeriod"/>
            </a:pPr>
            <a:r>
              <a:rPr b="0" i="0" lang="en" sz="1300" u="none" cap="none" strike="noStrike">
                <a:solidFill>
                  <a:srgbClr val="434343"/>
                </a:solidFill>
                <a:latin typeface="Lexend"/>
                <a:ea typeface="Lexend"/>
                <a:cs typeface="Lexend"/>
                <a:sym typeface="Lexend"/>
              </a:rPr>
              <a:t>Add statement to print divResult </a:t>
            </a:r>
            <a:endParaRPr b="0" i="0" sz="1300" u="none" cap="none" strike="noStrike">
              <a:solidFill>
                <a:srgbClr val="434343"/>
              </a:solidFill>
              <a:latin typeface="Lexend"/>
              <a:ea typeface="Lexend"/>
              <a:cs typeface="Lexend"/>
              <a:sym typeface="Lexend"/>
            </a:endParaRPr>
          </a:p>
          <a:p>
            <a:pPr indent="-311150" lvl="1" marL="914400" marR="0" rtl="0" algn="l">
              <a:lnSpc>
                <a:spcPct val="115000"/>
              </a:lnSpc>
              <a:spcBef>
                <a:spcPts val="0"/>
              </a:spcBef>
              <a:spcAft>
                <a:spcPts val="0"/>
              </a:spcAft>
              <a:buClr>
                <a:srgbClr val="434343"/>
              </a:buClr>
              <a:buSzPts val="1300"/>
              <a:buFont typeface="Lexend"/>
              <a:buAutoNum type="alphaLcPeriod"/>
            </a:pPr>
            <a:r>
              <a:rPr b="0" i="0" lang="en" sz="1300" u="none" cap="none" strike="noStrike">
                <a:solidFill>
                  <a:srgbClr val="434343"/>
                </a:solidFill>
                <a:latin typeface="Lexend"/>
                <a:ea typeface="Lexend"/>
                <a:cs typeface="Lexend"/>
                <a:sym typeface="Lexend"/>
              </a:rPr>
              <a:t>Visualize code</a:t>
            </a:r>
            <a:endParaRPr b="0" i="0" sz="1300" u="none" cap="none" strike="noStrike">
              <a:solidFill>
                <a:srgbClr val="434343"/>
              </a:solidFill>
              <a:latin typeface="Lexend"/>
              <a:ea typeface="Lexend"/>
              <a:cs typeface="Lexend"/>
              <a:sym typeface="Lexend"/>
            </a:endParaRPr>
          </a:p>
          <a:p>
            <a:pPr indent="-311150" lvl="1" marL="914400" marR="0" rtl="0" algn="l">
              <a:lnSpc>
                <a:spcPct val="115000"/>
              </a:lnSpc>
              <a:spcBef>
                <a:spcPts val="0"/>
              </a:spcBef>
              <a:spcAft>
                <a:spcPts val="0"/>
              </a:spcAft>
              <a:buClr>
                <a:srgbClr val="434343"/>
              </a:buClr>
              <a:buSzPts val="1300"/>
              <a:buFont typeface="Lexend"/>
              <a:buAutoNum type="alphaLcPeriod"/>
            </a:pPr>
            <a:r>
              <a:rPr b="0" i="0" lang="en" sz="1300" u="none" cap="none" strike="noStrike">
                <a:solidFill>
                  <a:srgbClr val="434343"/>
                </a:solidFill>
                <a:latin typeface="Lexend"/>
                <a:ea typeface="Lexend"/>
                <a:cs typeface="Lexend"/>
                <a:sym typeface="Lexend"/>
              </a:rPr>
              <a:t>Add another statement divResult = radius/3</a:t>
            </a:r>
            <a:endParaRPr b="0" i="0" sz="1300" u="none" cap="none" strike="noStrike">
              <a:solidFill>
                <a:srgbClr val="434343"/>
              </a:solidFill>
              <a:latin typeface="Lexend"/>
              <a:ea typeface="Lexend"/>
              <a:cs typeface="Lexend"/>
              <a:sym typeface="Lexend"/>
            </a:endParaRPr>
          </a:p>
          <a:p>
            <a:pPr indent="-311150" lvl="1" marL="914400" marR="0" rtl="0" algn="l">
              <a:lnSpc>
                <a:spcPct val="115000"/>
              </a:lnSpc>
              <a:spcBef>
                <a:spcPts val="0"/>
              </a:spcBef>
              <a:spcAft>
                <a:spcPts val="0"/>
              </a:spcAft>
              <a:buClr>
                <a:srgbClr val="434343"/>
              </a:buClr>
              <a:buSzPts val="1300"/>
              <a:buFont typeface="Lexend"/>
              <a:buAutoNum type="alphaLcPeriod"/>
            </a:pPr>
            <a:r>
              <a:rPr b="0" i="0" lang="en" sz="1300" u="none" cap="none" strike="noStrike">
                <a:solidFill>
                  <a:srgbClr val="434343"/>
                </a:solidFill>
                <a:latin typeface="Lexend"/>
                <a:ea typeface="Lexend"/>
                <a:cs typeface="Lexend"/>
                <a:sym typeface="Lexend"/>
              </a:rPr>
              <a:t>Add another statement to print divResult</a:t>
            </a:r>
            <a:endParaRPr b="0" i="0" sz="1300" u="none" cap="none" strike="noStrike">
              <a:solidFill>
                <a:srgbClr val="434343"/>
              </a:solidFill>
              <a:latin typeface="Lexend"/>
              <a:ea typeface="Lexend"/>
              <a:cs typeface="Lexend"/>
              <a:sym typeface="Lexend"/>
            </a:endParaRPr>
          </a:p>
          <a:p>
            <a:pPr indent="-311150" lvl="1" marL="914400" marR="0" rtl="0" algn="l">
              <a:lnSpc>
                <a:spcPct val="115000"/>
              </a:lnSpc>
              <a:spcBef>
                <a:spcPts val="0"/>
              </a:spcBef>
              <a:spcAft>
                <a:spcPts val="0"/>
              </a:spcAft>
              <a:buClr>
                <a:srgbClr val="434343"/>
              </a:buClr>
              <a:buSzPts val="1300"/>
              <a:buFont typeface="Lexend"/>
              <a:buAutoNum type="alphaLcPeriod"/>
            </a:pPr>
            <a:r>
              <a:rPr b="0" i="0" lang="en" sz="1300" u="none" cap="none" strike="noStrike">
                <a:solidFill>
                  <a:srgbClr val="434343"/>
                </a:solidFill>
                <a:latin typeface="Lexend"/>
                <a:ea typeface="Lexend"/>
                <a:cs typeface="Lexend"/>
                <a:sym typeface="Lexend"/>
              </a:rPr>
              <a:t>Visualize code</a:t>
            </a:r>
            <a:endParaRPr b="0" i="0" sz="1300" u="none" cap="none" strike="noStrike">
              <a:solidFill>
                <a:srgbClr val="434343"/>
              </a:solidFill>
              <a:latin typeface="Lexend"/>
              <a:ea typeface="Lexend"/>
              <a:cs typeface="Lexend"/>
              <a:sym typeface="Lexend"/>
            </a:endParaRPr>
          </a:p>
        </p:txBody>
      </p:sp>
      <p:sp>
        <p:nvSpPr>
          <p:cNvPr id="122" name="Google Shape;122;g3be2f9e4869_0_99"/>
          <p:cNvSpPr/>
          <p:nvPr/>
        </p:nvSpPr>
        <p:spPr>
          <a:xfrm>
            <a:off x="4884625" y="163500"/>
            <a:ext cx="3406200" cy="664200"/>
          </a:xfrm>
          <a:prstGeom prst="wedgeRectCallout">
            <a:avLst>
              <a:gd fmla="val -7332" name="adj1"/>
              <a:gd fmla="val 86799" name="adj2"/>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Lexend"/>
                <a:ea typeface="Lexend"/>
                <a:cs typeface="Lexend"/>
                <a:sym typeface="Lexend"/>
              </a:rPr>
              <a:t>Try completing again and see if you understand more than last time </a:t>
            </a:r>
            <a:endParaRPr b="0" i="0" sz="1400" u="none" cap="none" strike="noStrike">
              <a:solidFill>
                <a:srgbClr val="000000"/>
              </a:solidFill>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be2f9e4869_0_8"/>
          <p:cNvSpPr txBox="1"/>
          <p:nvPr>
            <p:ph type="title"/>
          </p:nvPr>
        </p:nvSpPr>
        <p:spPr>
          <a:xfrm>
            <a:off x="311700" y="254900"/>
            <a:ext cx="8520600" cy="5727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800"/>
              <a:buNone/>
            </a:pPr>
            <a:r>
              <a:rPr lang="en"/>
              <a:t>Set Up M01 Project and Class</a:t>
            </a:r>
            <a:endParaRPr/>
          </a:p>
        </p:txBody>
      </p:sp>
      <p:sp>
        <p:nvSpPr>
          <p:cNvPr id="128" name="Google Shape;128;g3be2f9e4869_0_8"/>
          <p:cNvSpPr txBox="1"/>
          <p:nvPr>
            <p:ph idx="1" type="body"/>
          </p:nvPr>
        </p:nvSpPr>
        <p:spPr>
          <a:xfrm>
            <a:off x="311700" y="872776"/>
            <a:ext cx="8520600" cy="23772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SzPts val="1700"/>
              <a:buNone/>
            </a:pPr>
            <a:r>
              <a:rPr lang="en" sz="1600"/>
              <a:t>Use</a:t>
            </a:r>
            <a:r>
              <a:rPr lang="en" sz="1600"/>
              <a:t>  </a:t>
            </a:r>
            <a:r>
              <a:rPr lang="en" sz="1600" u="sng">
                <a:solidFill>
                  <a:schemeClr val="hlink"/>
                </a:solidFill>
                <a:hlinkClick r:id="rId3"/>
              </a:rPr>
              <a:t>Eclipse Cheat Sheet</a:t>
            </a:r>
            <a:r>
              <a:rPr lang="en" sz="1600"/>
              <a:t>.</a:t>
            </a:r>
            <a:endParaRPr sz="1600"/>
          </a:p>
          <a:p>
            <a:pPr indent="0" lvl="0" marL="0" rtl="0" algn="l">
              <a:lnSpc>
                <a:spcPct val="100000"/>
              </a:lnSpc>
              <a:spcBef>
                <a:spcPts val="640"/>
              </a:spcBef>
              <a:spcAft>
                <a:spcPts val="0"/>
              </a:spcAft>
              <a:buSzPts val="1700"/>
              <a:buNone/>
            </a:pPr>
            <a:r>
              <a:rPr lang="en" sz="1600"/>
              <a:t>Go slow to go fast - going fast you can make more mistakes and do it over again.</a:t>
            </a:r>
            <a:endParaRPr sz="1600"/>
          </a:p>
          <a:p>
            <a:pPr indent="-330200" lvl="0" marL="457200" rtl="0" algn="l">
              <a:lnSpc>
                <a:spcPct val="100000"/>
              </a:lnSpc>
              <a:spcBef>
                <a:spcPts val="640"/>
              </a:spcBef>
              <a:spcAft>
                <a:spcPts val="0"/>
              </a:spcAft>
              <a:buSzPts val="1600"/>
              <a:buAutoNum type="arabicPeriod"/>
            </a:pPr>
            <a:r>
              <a:rPr lang="en" sz="1600"/>
              <a:t>Setup project CS1050M01Fundamentals to store java files from Module 01 </a:t>
            </a:r>
            <a:endParaRPr sz="1600"/>
          </a:p>
          <a:p>
            <a:pPr indent="-330200" lvl="0" marL="457200" rtl="0" algn="l">
              <a:lnSpc>
                <a:spcPct val="100000"/>
              </a:lnSpc>
              <a:spcBef>
                <a:spcPts val="640"/>
              </a:spcBef>
              <a:spcAft>
                <a:spcPts val="0"/>
              </a:spcAft>
              <a:buSzPts val="1600"/>
              <a:buAutoNum type="arabicPeriod"/>
            </a:pPr>
            <a:r>
              <a:rPr lang="en" sz="1600"/>
              <a:t>Create a class Compute</a:t>
            </a:r>
            <a:endParaRPr sz="1600"/>
          </a:p>
          <a:p>
            <a:pPr indent="-330200" lvl="0" marL="457200" rtl="0" algn="l">
              <a:lnSpc>
                <a:spcPct val="100000"/>
              </a:lnSpc>
              <a:spcBef>
                <a:spcPts val="640"/>
              </a:spcBef>
              <a:spcAft>
                <a:spcPts val="0"/>
              </a:spcAft>
              <a:buSzPts val="1600"/>
              <a:buAutoNum type="arabicPeriod"/>
            </a:pPr>
            <a:r>
              <a:rPr lang="en" sz="1600"/>
              <a:t>Go to </a:t>
            </a:r>
            <a:r>
              <a:rPr lang="en" sz="1600" u="sng">
                <a:solidFill>
                  <a:schemeClr val="hlink"/>
                </a:solidFill>
                <a:hlinkClick r:id="rId4"/>
              </a:rPr>
              <a:t>ComputeArea</a:t>
            </a:r>
            <a:r>
              <a:rPr lang="en" sz="1600"/>
              <a:t> example and copy the code</a:t>
            </a:r>
            <a:endParaRPr sz="1600"/>
          </a:p>
          <a:p>
            <a:pPr indent="-330200" lvl="0" marL="457200" rtl="0" algn="l">
              <a:lnSpc>
                <a:spcPct val="100000"/>
              </a:lnSpc>
              <a:spcBef>
                <a:spcPts val="640"/>
              </a:spcBef>
              <a:spcAft>
                <a:spcPts val="0"/>
              </a:spcAft>
              <a:buSzPts val="1600"/>
              <a:buAutoNum type="arabicPeriod"/>
            </a:pPr>
            <a:r>
              <a:rPr lang="en" sz="1600"/>
              <a:t>Run the code - Does it work?  </a:t>
            </a:r>
            <a:endParaRPr sz="1600"/>
          </a:p>
          <a:p>
            <a:pPr indent="-330200" lvl="0" marL="457200" rtl="0" algn="l">
              <a:lnSpc>
                <a:spcPct val="100000"/>
              </a:lnSpc>
              <a:spcBef>
                <a:spcPts val="640"/>
              </a:spcBef>
              <a:spcAft>
                <a:spcPts val="0"/>
              </a:spcAft>
              <a:buSzPts val="1600"/>
              <a:buAutoNum type="arabicPeriod"/>
            </a:pPr>
            <a:r>
              <a:rPr lang="en" sz="1600"/>
              <a:t>Open github desktop - what should you do next?</a:t>
            </a:r>
            <a:endParaRPr sz="1600"/>
          </a:p>
        </p:txBody>
      </p:sp>
      <p:pic>
        <p:nvPicPr>
          <p:cNvPr id="129" name="Google Shape;129;g3be2f9e4869_0_8" title="Screenshot 2025-08-26 at 9.15.10 AM.png"/>
          <p:cNvPicPr preferRelativeResize="0"/>
          <p:nvPr/>
        </p:nvPicPr>
        <p:blipFill rotWithShape="1">
          <a:blip r:embed="rId5">
            <a:alphaModFix/>
          </a:blip>
          <a:srcRect b="53819" l="0" r="24919" t="0"/>
          <a:stretch/>
        </p:blipFill>
        <p:spPr>
          <a:xfrm>
            <a:off x="2197450" y="3414134"/>
            <a:ext cx="6865577" cy="1647450"/>
          </a:xfrm>
          <a:prstGeom prst="rect">
            <a:avLst/>
          </a:prstGeom>
          <a:noFill/>
          <a:ln>
            <a:noFill/>
          </a:ln>
        </p:spPr>
      </p:pic>
      <p:sp>
        <p:nvSpPr>
          <p:cNvPr id="130" name="Google Shape;130;g3be2f9e4869_0_8"/>
          <p:cNvSpPr/>
          <p:nvPr/>
        </p:nvSpPr>
        <p:spPr>
          <a:xfrm>
            <a:off x="3101250" y="3611136"/>
            <a:ext cx="1203600" cy="572700"/>
          </a:xfrm>
          <a:prstGeom prst="bentArrow">
            <a:avLst>
              <a:gd fmla="val 25000" name="adj1"/>
              <a:gd fmla="val 25000" name="adj2"/>
              <a:gd fmla="val 25000" name="adj3"/>
              <a:gd fmla="val 43750" name="adj4"/>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Lexend"/>
              <a:ea typeface="Lexend"/>
              <a:cs typeface="Lexend"/>
              <a:sym typeface="Lexend"/>
            </a:endParaRPr>
          </a:p>
        </p:txBody>
      </p:sp>
      <p:sp>
        <p:nvSpPr>
          <p:cNvPr id="131" name="Google Shape;131;g3be2f9e4869_0_8"/>
          <p:cNvSpPr txBox="1"/>
          <p:nvPr/>
        </p:nvSpPr>
        <p:spPr>
          <a:xfrm>
            <a:off x="175850" y="4502761"/>
            <a:ext cx="3179100" cy="475800"/>
          </a:xfrm>
          <a:prstGeom prst="rect">
            <a:avLst/>
          </a:prstGeom>
          <a:solidFill>
            <a:srgbClr val="D9EAD3"/>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434343"/>
                </a:solidFill>
                <a:latin typeface="Lexend"/>
                <a:ea typeface="Lexend"/>
                <a:cs typeface="Lexend"/>
                <a:sym typeface="Lexend"/>
              </a:rPr>
              <a:t>Class name must match filename</a:t>
            </a:r>
            <a:endParaRPr b="0" i="0" sz="1400" u="none" cap="none" strike="noStrike">
              <a:solidFill>
                <a:srgbClr val="434343"/>
              </a:solidFill>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be2f9e4869_0_51"/>
          <p:cNvSpPr txBox="1"/>
          <p:nvPr>
            <p:ph type="title"/>
          </p:nvPr>
        </p:nvSpPr>
        <p:spPr>
          <a:xfrm>
            <a:off x="311700" y="2549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Errors</a:t>
            </a:r>
            <a:endParaRPr/>
          </a:p>
        </p:txBody>
      </p:sp>
      <p:sp>
        <p:nvSpPr>
          <p:cNvPr id="137" name="Google Shape;137;g3be2f9e4869_0_51"/>
          <p:cNvSpPr txBox="1"/>
          <p:nvPr>
            <p:ph idx="1" type="body"/>
          </p:nvPr>
        </p:nvSpPr>
        <p:spPr>
          <a:xfrm>
            <a:off x="311700" y="863550"/>
            <a:ext cx="8520600" cy="4114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700"/>
              <a:buNone/>
            </a:pPr>
            <a:r>
              <a:rPr lang="en" sz="1600" u="sng">
                <a:solidFill>
                  <a:schemeClr val="hlink"/>
                </a:solidFill>
                <a:hlinkClick r:id="rId3"/>
              </a:rPr>
              <a:t>Syntax Errors</a:t>
            </a:r>
            <a:r>
              <a:rPr lang="en" sz="1600">
                <a:solidFill>
                  <a:schemeClr val="dk1"/>
                </a:solidFill>
              </a:rPr>
              <a:t> Animation </a:t>
            </a:r>
            <a:endParaRPr sz="1600"/>
          </a:p>
          <a:p>
            <a:pPr indent="-330200" lvl="0" marL="457200" rtl="0" algn="l">
              <a:lnSpc>
                <a:spcPct val="115000"/>
              </a:lnSpc>
              <a:spcBef>
                <a:spcPts val="0"/>
              </a:spcBef>
              <a:spcAft>
                <a:spcPts val="0"/>
              </a:spcAft>
              <a:buSzPts val="1600"/>
              <a:buChar char="•"/>
            </a:pPr>
            <a:r>
              <a:rPr lang="en" sz="1600"/>
              <a:t>When you violate the syntax of the language. </a:t>
            </a:r>
            <a:endParaRPr sz="1600"/>
          </a:p>
          <a:p>
            <a:pPr indent="-330200" lvl="0" marL="457200" rtl="0" algn="l">
              <a:lnSpc>
                <a:spcPct val="115000"/>
              </a:lnSpc>
              <a:spcBef>
                <a:spcPts val="0"/>
              </a:spcBef>
              <a:spcAft>
                <a:spcPts val="0"/>
              </a:spcAft>
              <a:buSzPts val="1600"/>
              <a:buChar char="•"/>
            </a:pPr>
            <a:r>
              <a:rPr lang="en" sz="1600"/>
              <a:t>For example, if you leave off a semicolon, have a typo in your code, leave off a curly brace, etc.</a:t>
            </a:r>
            <a:endParaRPr sz="1600"/>
          </a:p>
          <a:p>
            <a:pPr indent="-330200" lvl="0" marL="457200" rtl="0" algn="l">
              <a:lnSpc>
                <a:spcPct val="115000"/>
              </a:lnSpc>
              <a:spcBef>
                <a:spcPts val="0"/>
              </a:spcBef>
              <a:spcAft>
                <a:spcPts val="0"/>
              </a:spcAft>
              <a:buSzPts val="1600"/>
              <a:buChar char="•"/>
            </a:pPr>
            <a:r>
              <a:rPr lang="en" sz="1600"/>
              <a:t>Detected by the compiler - shown in Eclipse as a red X – you can hover over the X for information</a:t>
            </a:r>
            <a:endParaRPr sz="1600"/>
          </a:p>
          <a:p>
            <a:pPr indent="0" lvl="0" marL="0" rtl="0" algn="l">
              <a:lnSpc>
                <a:spcPct val="115000"/>
              </a:lnSpc>
              <a:spcBef>
                <a:spcPts val="0"/>
              </a:spcBef>
              <a:spcAft>
                <a:spcPts val="0"/>
              </a:spcAft>
              <a:buSzPts val="1700"/>
              <a:buNone/>
            </a:pPr>
            <a:r>
              <a:rPr lang="en" sz="1600" u="sng">
                <a:solidFill>
                  <a:schemeClr val="hlink"/>
                </a:solidFill>
                <a:hlinkClick r:id="rId4"/>
              </a:rPr>
              <a:t>RuntimeErrors</a:t>
            </a:r>
            <a:r>
              <a:rPr lang="en" sz="1600">
                <a:solidFill>
                  <a:schemeClr val="dk1"/>
                </a:solidFill>
              </a:rPr>
              <a:t> </a:t>
            </a:r>
            <a:endParaRPr sz="1600"/>
          </a:p>
          <a:p>
            <a:pPr indent="-330200" lvl="0" marL="457200" rtl="0" algn="l">
              <a:lnSpc>
                <a:spcPct val="115000"/>
              </a:lnSpc>
              <a:spcBef>
                <a:spcPts val="0"/>
              </a:spcBef>
              <a:spcAft>
                <a:spcPts val="0"/>
              </a:spcAft>
              <a:buSzPts val="1600"/>
              <a:buChar char="•"/>
            </a:pPr>
            <a:r>
              <a:rPr lang="en" sz="1600"/>
              <a:t>Occurs when the code is running.</a:t>
            </a:r>
            <a:endParaRPr sz="1600"/>
          </a:p>
          <a:p>
            <a:pPr indent="-330200" lvl="0" marL="457200" rtl="0" algn="l">
              <a:lnSpc>
                <a:spcPct val="115000"/>
              </a:lnSpc>
              <a:spcBef>
                <a:spcPts val="0"/>
              </a:spcBef>
              <a:spcAft>
                <a:spcPts val="0"/>
              </a:spcAft>
              <a:buSzPts val="1600"/>
              <a:buChar char="•"/>
            </a:pPr>
            <a:r>
              <a:rPr lang="en" sz="1600"/>
              <a:t>Causes the code to crash - will see error message in console window in Eclipse.</a:t>
            </a:r>
            <a:endParaRPr sz="1600"/>
          </a:p>
          <a:p>
            <a:pPr indent="-330200" lvl="0" marL="457200" rtl="0" algn="l">
              <a:lnSpc>
                <a:spcPct val="115000"/>
              </a:lnSpc>
              <a:spcBef>
                <a:spcPts val="0"/>
              </a:spcBef>
              <a:spcAft>
                <a:spcPts val="0"/>
              </a:spcAft>
              <a:buSzPts val="1600"/>
              <a:buChar char="•"/>
            </a:pPr>
            <a:r>
              <a:rPr lang="en" sz="1600"/>
              <a:t>For example, if you attempt to divide by 0 your code will have a runtime error.</a:t>
            </a:r>
            <a:endParaRPr sz="1600"/>
          </a:p>
          <a:p>
            <a:pPr indent="0" lvl="0" marL="0" rtl="0" algn="l">
              <a:lnSpc>
                <a:spcPct val="115000"/>
              </a:lnSpc>
              <a:spcBef>
                <a:spcPts val="1200"/>
              </a:spcBef>
              <a:spcAft>
                <a:spcPts val="0"/>
              </a:spcAft>
              <a:buSzPts val="1700"/>
              <a:buNone/>
            </a:pPr>
            <a:r>
              <a:rPr lang="en" sz="1600" u="sng">
                <a:solidFill>
                  <a:schemeClr val="hlink"/>
                </a:solidFill>
                <a:hlinkClick r:id="rId5"/>
              </a:rPr>
              <a:t>ShowLogic</a:t>
            </a:r>
            <a:r>
              <a:rPr lang="en" sz="1600"/>
              <a:t> </a:t>
            </a:r>
            <a:r>
              <a:rPr lang="en" sz="1600">
                <a:solidFill>
                  <a:schemeClr val="dk1"/>
                </a:solidFill>
              </a:rPr>
              <a:t>Animation</a:t>
            </a:r>
            <a:endParaRPr sz="1600"/>
          </a:p>
          <a:p>
            <a:pPr indent="-330200" lvl="0" marL="457200" rtl="0" algn="l">
              <a:lnSpc>
                <a:spcPct val="115000"/>
              </a:lnSpc>
              <a:spcBef>
                <a:spcPts val="1200"/>
              </a:spcBef>
              <a:spcAft>
                <a:spcPts val="0"/>
              </a:spcAft>
              <a:buSzPts val="1600"/>
              <a:buChar char="•"/>
            </a:pPr>
            <a:r>
              <a:rPr lang="en" sz="1600"/>
              <a:t>Occurs when your code does not produce the expected result.</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3b42e763e9c_0_0"/>
          <p:cNvSpPr txBox="1"/>
          <p:nvPr>
            <p:ph type="title"/>
          </p:nvPr>
        </p:nvSpPr>
        <p:spPr>
          <a:xfrm>
            <a:off x="311700" y="254900"/>
            <a:ext cx="8520600" cy="5727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n"/>
              <a:t>Lab: Eclipse and Git/Github </a:t>
            </a:r>
            <a:endParaRPr/>
          </a:p>
        </p:txBody>
      </p:sp>
      <p:sp>
        <p:nvSpPr>
          <p:cNvPr id="143" name="Google Shape;143;g3b42e763e9c_0_0"/>
          <p:cNvSpPr txBox="1"/>
          <p:nvPr>
            <p:ph idx="1" type="body"/>
          </p:nvPr>
        </p:nvSpPr>
        <p:spPr>
          <a:xfrm>
            <a:off x="311700" y="863550"/>
            <a:ext cx="8678100" cy="4153500"/>
          </a:xfrm>
          <a:prstGeom prst="rect">
            <a:avLst/>
          </a:prstGeom>
          <a:solidFill>
            <a:srgbClr val="D9D2E9"/>
          </a:solidFill>
        </p:spPr>
        <p:txBody>
          <a:bodyPr anchorCtr="0" anchor="t" bIns="45700" lIns="91425" spcFirstLastPara="1" rIns="91425" wrap="square" tIns="45700">
            <a:noAutofit/>
          </a:bodyPr>
          <a:lstStyle/>
          <a:p>
            <a:pPr indent="0" lvl="0" marL="0" rtl="0" algn="l">
              <a:spcBef>
                <a:spcPts val="640"/>
              </a:spcBef>
              <a:spcAft>
                <a:spcPts val="0"/>
              </a:spcAft>
              <a:buNone/>
            </a:pPr>
            <a:r>
              <a:rPr lang="en" sz="1400"/>
              <a:t>GE M01 </a:t>
            </a:r>
            <a:r>
              <a:rPr lang="en" sz="1400" u="sng">
                <a:solidFill>
                  <a:schemeClr val="hlink"/>
                </a:solidFill>
                <a:hlinkClick r:id="rId3"/>
              </a:rPr>
              <a:t>2.1 Explore GuessNumber Code</a:t>
            </a:r>
            <a:endParaRPr sz="1400"/>
          </a:p>
          <a:p>
            <a:pPr indent="-317500" lvl="0" marL="457200" rtl="0" algn="l">
              <a:spcBef>
                <a:spcPts val="640"/>
              </a:spcBef>
              <a:spcAft>
                <a:spcPts val="0"/>
              </a:spcAft>
              <a:buSzPts val="1400"/>
              <a:buChar char="•"/>
            </a:pPr>
            <a:r>
              <a:rPr lang="en" sz="1400"/>
              <a:t>Download </a:t>
            </a:r>
            <a:r>
              <a:rPr lang="en" sz="1400" u="sng">
                <a:solidFill>
                  <a:schemeClr val="hlink"/>
                </a:solidFill>
                <a:hlinkClick r:id="rId4"/>
              </a:rPr>
              <a:t>GuessNumber.java</a:t>
            </a:r>
            <a:r>
              <a:rPr lang="en" sz="1400"/>
              <a:t> </a:t>
            </a:r>
            <a:endParaRPr sz="1400"/>
          </a:p>
          <a:p>
            <a:pPr indent="-317500" lvl="0" marL="457200" rtl="0" algn="l">
              <a:spcBef>
                <a:spcPts val="640"/>
              </a:spcBef>
              <a:spcAft>
                <a:spcPts val="0"/>
              </a:spcAft>
              <a:buSzPts val="1400"/>
              <a:buChar char="•"/>
            </a:pPr>
            <a:r>
              <a:rPr lang="en" sz="1400"/>
              <a:t>Open up Eclipse and use </a:t>
            </a:r>
            <a:r>
              <a:rPr lang="en" sz="1400" u="sng">
                <a:solidFill>
                  <a:schemeClr val="hlink"/>
                </a:solidFill>
                <a:hlinkClick r:id="rId5"/>
              </a:rPr>
              <a:t>Eclipse Cheat Sheet</a:t>
            </a:r>
            <a:r>
              <a:rPr lang="en" sz="1400"/>
              <a:t> to</a:t>
            </a:r>
            <a:endParaRPr sz="1400"/>
          </a:p>
          <a:p>
            <a:pPr indent="-317500" lvl="1" marL="914400" rtl="0" algn="l">
              <a:spcBef>
                <a:spcPts val="560"/>
              </a:spcBef>
              <a:spcAft>
                <a:spcPts val="0"/>
              </a:spcAft>
              <a:buSzPts val="1400"/>
              <a:buChar char="–"/>
            </a:pPr>
            <a:r>
              <a:rPr lang="en" sz="1400" u="sng">
                <a:solidFill>
                  <a:schemeClr val="hlink"/>
                </a:solidFill>
                <a:hlinkClick/>
              </a:rPr>
              <a:t>Create Project</a:t>
            </a:r>
            <a:r>
              <a:rPr lang="en" sz="1400"/>
              <a:t> for M01 Code called CS1050M01</a:t>
            </a:r>
            <a:endParaRPr sz="1400"/>
          </a:p>
          <a:p>
            <a:pPr indent="-317500" lvl="1" marL="914400" rtl="0" algn="l">
              <a:spcBef>
                <a:spcPts val="560"/>
              </a:spcBef>
              <a:spcAft>
                <a:spcPts val="0"/>
              </a:spcAft>
              <a:buSzPts val="1400"/>
              <a:buChar char="–"/>
            </a:pPr>
            <a:r>
              <a:rPr lang="en" sz="1400" u="sng">
                <a:solidFill>
                  <a:schemeClr val="hlink"/>
                </a:solidFill>
                <a:hlinkClick/>
              </a:rPr>
              <a:t>Add Existing Java File with Drag and Drop</a:t>
            </a:r>
            <a:r>
              <a:rPr lang="en" sz="1400"/>
              <a:t> GuessNumber.java CS1050M01 Project  </a:t>
            </a:r>
            <a:endParaRPr sz="1400"/>
          </a:p>
          <a:p>
            <a:pPr indent="-317500" lvl="1" marL="914400" rtl="0" algn="l">
              <a:spcBef>
                <a:spcPts val="560"/>
              </a:spcBef>
              <a:spcAft>
                <a:spcPts val="0"/>
              </a:spcAft>
              <a:buSzPts val="1400"/>
              <a:buChar char="–"/>
            </a:pPr>
            <a:r>
              <a:rPr lang="en" sz="1400" u="sng">
                <a:solidFill>
                  <a:schemeClr val="hlink"/>
                </a:solidFill>
                <a:hlinkClick/>
              </a:rPr>
              <a:t>Navigating Java Perspective</a:t>
            </a:r>
            <a:r>
              <a:rPr lang="en" sz="1400"/>
              <a:t> and </a:t>
            </a:r>
            <a:r>
              <a:rPr lang="en" sz="1400" u="sng">
                <a:solidFill>
                  <a:schemeClr val="hlink"/>
                </a:solidFill>
                <a:hlinkClick r:id="rId6"/>
              </a:rPr>
              <a:t>Rest Perspective and Views</a:t>
            </a:r>
            <a:endParaRPr sz="1400"/>
          </a:p>
          <a:p>
            <a:pPr indent="-317500" lvl="1" marL="914400" rtl="0" algn="l">
              <a:spcBef>
                <a:spcPts val="560"/>
              </a:spcBef>
              <a:spcAft>
                <a:spcPts val="0"/>
              </a:spcAft>
              <a:buSzPts val="1400"/>
              <a:buChar char="–"/>
            </a:pPr>
            <a:r>
              <a:rPr lang="en" sz="1400" u="sng">
                <a:solidFill>
                  <a:schemeClr val="hlink"/>
                </a:solidFill>
                <a:hlinkClick/>
              </a:rPr>
              <a:t>Edit, Run and Compile</a:t>
            </a:r>
            <a:endParaRPr sz="1400"/>
          </a:p>
          <a:p>
            <a:pPr indent="-317500" lvl="1" marL="914400" rtl="0" algn="l">
              <a:spcBef>
                <a:spcPts val="560"/>
              </a:spcBef>
              <a:spcAft>
                <a:spcPts val="0"/>
              </a:spcAft>
              <a:buSzPts val="1400"/>
              <a:buChar char="–"/>
            </a:pPr>
            <a:r>
              <a:rPr lang="en" sz="1400" u="sng">
                <a:solidFill>
                  <a:schemeClr val="hlink"/>
                </a:solidFill>
                <a:hlinkClick/>
              </a:rPr>
              <a:t>Errors</a:t>
            </a:r>
            <a:r>
              <a:rPr lang="en" sz="1400"/>
              <a:t> and </a:t>
            </a:r>
            <a:r>
              <a:rPr lang="en" sz="1400" u="sng">
                <a:solidFill>
                  <a:schemeClr val="hlink"/>
                </a:solidFill>
                <a:hlinkClick/>
              </a:rPr>
              <a:t>Warnings</a:t>
            </a:r>
            <a:r>
              <a:rPr lang="en" sz="1400"/>
              <a:t> and Debug</a:t>
            </a:r>
            <a:endParaRPr sz="1400"/>
          </a:p>
          <a:p>
            <a:pPr indent="-317500" lvl="2" marL="1371600" rtl="0" algn="l">
              <a:spcBef>
                <a:spcPts val="480"/>
              </a:spcBef>
              <a:spcAft>
                <a:spcPts val="0"/>
              </a:spcAft>
              <a:buSzPts val="1400"/>
              <a:buChar char="•"/>
            </a:pPr>
            <a:r>
              <a:rPr lang="en" sz="1400" u="sng">
                <a:solidFill>
                  <a:schemeClr val="hlink"/>
                </a:solidFill>
                <a:hlinkClick/>
              </a:rPr>
              <a:t>Debug - Set Breakpoints</a:t>
            </a:r>
            <a:endParaRPr sz="1400"/>
          </a:p>
          <a:p>
            <a:pPr indent="-317500" lvl="2" marL="1371600" rtl="0" algn="l">
              <a:spcBef>
                <a:spcPts val="480"/>
              </a:spcBef>
              <a:spcAft>
                <a:spcPts val="0"/>
              </a:spcAft>
              <a:buSzPts val="1400"/>
              <a:buChar char="•"/>
            </a:pPr>
            <a:r>
              <a:rPr lang="en" sz="1400" u="sng">
                <a:solidFill>
                  <a:schemeClr val="hlink"/>
                </a:solidFill>
                <a:hlinkClick/>
              </a:rPr>
              <a:t>Debug - Start Debug Session</a:t>
            </a:r>
            <a:endParaRPr sz="1400"/>
          </a:p>
          <a:p>
            <a:pPr indent="-317500" lvl="2" marL="1371600" rtl="0" algn="l">
              <a:spcBef>
                <a:spcPts val="480"/>
              </a:spcBef>
              <a:spcAft>
                <a:spcPts val="0"/>
              </a:spcAft>
              <a:buSzPts val="1400"/>
              <a:buChar char="•"/>
            </a:pPr>
            <a:r>
              <a:rPr lang="en" sz="1400" u="sng">
                <a:solidFill>
                  <a:schemeClr val="hlink"/>
                </a:solidFill>
                <a:hlinkClick/>
              </a:rPr>
              <a:t>Debug - Step Through Code</a:t>
            </a:r>
            <a:endParaRPr sz="1400"/>
          </a:p>
          <a:p>
            <a:pPr indent="-317500" lvl="0" marL="457200" rtl="0" algn="l">
              <a:spcBef>
                <a:spcPts val="640"/>
              </a:spcBef>
              <a:spcAft>
                <a:spcPts val="0"/>
              </a:spcAft>
              <a:buSzPts val="1400"/>
              <a:buChar char="•"/>
            </a:pPr>
            <a:r>
              <a:rPr lang="en" sz="1400"/>
              <a:t>Add comments to explain constants, variables and naming conventions</a:t>
            </a:r>
            <a:endParaRPr sz="1400"/>
          </a:p>
          <a:p>
            <a:pPr indent="-317500" lvl="0" marL="457200" rtl="0" algn="l">
              <a:spcBef>
                <a:spcPts val="640"/>
              </a:spcBef>
              <a:spcAft>
                <a:spcPts val="0"/>
              </a:spcAft>
              <a:buSzPts val="1400"/>
              <a:buChar char="•"/>
            </a:pPr>
            <a:r>
              <a:rPr lang="en" sz="1400"/>
              <a:t>Commit to version locally and Push to the GitHub remote server to back up your work.</a:t>
            </a:r>
            <a:endParaRPr sz="1400"/>
          </a:p>
          <a:p>
            <a:pPr indent="-317500" lvl="0" marL="457200" rtl="0" algn="l">
              <a:spcBef>
                <a:spcPts val="640"/>
              </a:spcBef>
              <a:spcAft>
                <a:spcPts val="0"/>
              </a:spcAft>
              <a:buSzPts val="1400"/>
              <a:buChar char="•"/>
            </a:pPr>
            <a:r>
              <a:rPr lang="en" sz="1400"/>
              <a:t>Create heading to organize information and update technical document</a:t>
            </a:r>
            <a:endParaRPr sz="1400"/>
          </a:p>
          <a:p>
            <a:pPr indent="0" lvl="0" marL="0" rtl="0" algn="l">
              <a:spcBef>
                <a:spcPts val="640"/>
              </a:spcBef>
              <a:spcAft>
                <a:spcPts val="0"/>
              </a:spcAft>
              <a:buNone/>
            </a:pPr>
            <a:r>
              <a:t/>
            </a:r>
            <a:endParaRPr sz="1400"/>
          </a:p>
          <a:p>
            <a:pPr indent="0" lvl="0" marL="0" rtl="0" algn="l">
              <a:spcBef>
                <a:spcPts val="640"/>
              </a:spcBef>
              <a:spcAft>
                <a:spcPts val="0"/>
              </a:spcAft>
              <a:buNone/>
            </a:pPr>
            <a:r>
              <a:rPr lang="en" sz="1400"/>
              <a:t>See Preparation in Canvas</a:t>
            </a:r>
            <a:endParaRPr sz="1400"/>
          </a:p>
        </p:txBody>
      </p:sp>
      <p:sp>
        <p:nvSpPr>
          <p:cNvPr id="144" name="Google Shape;144;g3b42e763e9c_0_0"/>
          <p:cNvSpPr/>
          <p:nvPr/>
        </p:nvSpPr>
        <p:spPr>
          <a:xfrm>
            <a:off x="5575875" y="254900"/>
            <a:ext cx="3567900" cy="1270800"/>
          </a:xfrm>
          <a:prstGeom prst="wedgeRoundRectCallout">
            <a:avLst>
              <a:gd fmla="val -20833" name="adj1"/>
              <a:gd fmla="val 62500" name="adj2"/>
              <a:gd fmla="val 0" name="adj3"/>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7"/>
              </a:rPr>
              <a:t>Online GDB</a:t>
            </a:r>
            <a:r>
              <a:rPr lang="en"/>
              <a:t> if you can’t use eclipse in class. You should have it at home. You can make an account and save in class and then create at home. Let me know if you need help.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3be2f9e4869_0_208"/>
          <p:cNvSpPr txBox="1"/>
          <p:nvPr>
            <p:ph type="title"/>
          </p:nvPr>
        </p:nvSpPr>
        <p:spPr>
          <a:xfrm>
            <a:off x="311700" y="254900"/>
            <a:ext cx="8678100" cy="4449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00000"/>
              </a:lnSpc>
              <a:spcBef>
                <a:spcPts val="0"/>
              </a:spcBef>
              <a:spcAft>
                <a:spcPts val="0"/>
              </a:spcAft>
              <a:buSzPct val="64285"/>
              <a:buNone/>
            </a:pPr>
            <a:r>
              <a:rPr lang="en"/>
              <a:t>Unit Testing and Test Driven Development (TDD)</a:t>
            </a:r>
            <a:endParaRPr/>
          </a:p>
        </p:txBody>
      </p:sp>
      <p:sp>
        <p:nvSpPr>
          <p:cNvPr id="150" name="Google Shape;150;g3be2f9e4869_0_208"/>
          <p:cNvSpPr txBox="1"/>
          <p:nvPr>
            <p:ph idx="1" type="body"/>
          </p:nvPr>
        </p:nvSpPr>
        <p:spPr>
          <a:xfrm>
            <a:off x="249650" y="797750"/>
            <a:ext cx="8614200" cy="3814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100"/>
              <a:buNone/>
            </a:pPr>
            <a:r>
              <a:rPr lang="en" sz="1200">
                <a:solidFill>
                  <a:schemeClr val="dk1"/>
                </a:solidFill>
              </a:rPr>
              <a:t>Test-Driven Development (TDD): A way of writing software where writing tests come first before the actual code to help you design the algorithm. </a:t>
            </a:r>
            <a:endParaRPr sz="1200">
              <a:solidFill>
                <a:schemeClr val="dk1"/>
              </a:solidFill>
            </a:endParaRPr>
          </a:p>
          <a:p>
            <a:pPr indent="0" lvl="0" marL="0" rtl="0" algn="l">
              <a:lnSpc>
                <a:spcPct val="100000"/>
              </a:lnSpc>
              <a:spcBef>
                <a:spcPts val="700"/>
              </a:spcBef>
              <a:spcAft>
                <a:spcPts val="0"/>
              </a:spcAft>
              <a:buSzPts val="1300"/>
              <a:buNone/>
            </a:pPr>
            <a:r>
              <a:rPr lang="en" sz="1200"/>
              <a:t>These test are used for </a:t>
            </a:r>
            <a:r>
              <a:rPr lang="en" sz="1200"/>
              <a:t>Unit Testing </a:t>
            </a:r>
            <a:endParaRPr sz="1200"/>
          </a:p>
          <a:p>
            <a:pPr indent="0" lvl="0" marL="0" rtl="0" algn="l">
              <a:lnSpc>
                <a:spcPct val="100000"/>
              </a:lnSpc>
              <a:spcBef>
                <a:spcPts val="700"/>
              </a:spcBef>
              <a:spcAft>
                <a:spcPts val="0"/>
              </a:spcAft>
              <a:buSzPts val="1300"/>
              <a:buNone/>
            </a:pPr>
            <a:r>
              <a:rPr lang="en" sz="1200"/>
              <a:t>A unit test checks one small piece of code (like a method) to make sure it works correctly when you implement code.</a:t>
            </a:r>
            <a:endParaRPr sz="1200"/>
          </a:p>
          <a:p>
            <a:pPr indent="0" lvl="0" marL="0" rtl="0" algn="l">
              <a:lnSpc>
                <a:spcPct val="100000"/>
              </a:lnSpc>
              <a:spcBef>
                <a:spcPts val="700"/>
              </a:spcBef>
              <a:spcAft>
                <a:spcPts val="0"/>
              </a:spcAft>
              <a:buSzPts val="1300"/>
              <a:buNone/>
            </a:pPr>
            <a:r>
              <a:rPr lang="en" sz="1200"/>
              <a:t>Each test has:</a:t>
            </a:r>
            <a:endParaRPr sz="1200"/>
          </a:p>
          <a:p>
            <a:pPr indent="-241300" lvl="0" marL="342900" rtl="0" algn="l">
              <a:lnSpc>
                <a:spcPct val="100000"/>
              </a:lnSpc>
              <a:spcBef>
                <a:spcPts val="700"/>
              </a:spcBef>
              <a:spcAft>
                <a:spcPts val="0"/>
              </a:spcAft>
              <a:buSzPts val="1200"/>
              <a:buChar char="●"/>
            </a:pPr>
            <a:r>
              <a:rPr lang="en" sz="1200"/>
              <a:t>Precondition: Input (what you give the method)</a:t>
            </a:r>
            <a:endParaRPr sz="1200"/>
          </a:p>
          <a:p>
            <a:pPr indent="-241300" lvl="0" marL="342900" rtl="0" algn="l">
              <a:lnSpc>
                <a:spcPct val="100000"/>
              </a:lnSpc>
              <a:spcBef>
                <a:spcPts val="700"/>
              </a:spcBef>
              <a:spcAft>
                <a:spcPts val="0"/>
              </a:spcAft>
              <a:buSzPts val="1200"/>
              <a:buChar char="●"/>
            </a:pPr>
            <a:r>
              <a:rPr lang="en" sz="1200"/>
              <a:t>Algorithm: Steps to solve problem</a:t>
            </a:r>
            <a:endParaRPr sz="1200"/>
          </a:p>
          <a:p>
            <a:pPr indent="-241300" lvl="0" marL="342900" rtl="0" algn="l">
              <a:lnSpc>
                <a:spcPct val="100000"/>
              </a:lnSpc>
              <a:spcBef>
                <a:spcPts val="700"/>
              </a:spcBef>
              <a:spcAft>
                <a:spcPts val="0"/>
              </a:spcAft>
              <a:buSzPts val="1200"/>
              <a:buChar char="●"/>
            </a:pPr>
            <a:r>
              <a:rPr lang="en" sz="1200"/>
              <a:t>Postcondition: Expected Output (what you want back)</a:t>
            </a:r>
            <a:endParaRPr sz="1200"/>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Why use TDD and Unit Tests?</a:t>
            </a:r>
            <a:endParaRPr sz="1200">
              <a:solidFill>
                <a:schemeClr val="dk1"/>
              </a:solidFill>
            </a:endParaRPr>
          </a:p>
          <a:p>
            <a:pPr indent="-241300" lvl="0" marL="342900" rtl="0" algn="l">
              <a:spcBef>
                <a:spcPts val="0"/>
              </a:spcBef>
              <a:spcAft>
                <a:spcPts val="0"/>
              </a:spcAft>
              <a:buClr>
                <a:schemeClr val="dk1"/>
              </a:buClr>
              <a:buSzPts val="1200"/>
              <a:buFont typeface="Lexend"/>
              <a:buChar char="●"/>
            </a:pPr>
            <a:r>
              <a:rPr lang="en" sz="1200">
                <a:solidFill>
                  <a:schemeClr val="dk1"/>
                </a:solidFill>
              </a:rPr>
              <a:t>Helps you plan your algorithm </a:t>
            </a:r>
            <a:endParaRPr sz="1200">
              <a:solidFill>
                <a:schemeClr val="dk1"/>
              </a:solidFill>
            </a:endParaRPr>
          </a:p>
          <a:p>
            <a:pPr indent="-241300" lvl="0" marL="342900" rtl="0" algn="l">
              <a:spcBef>
                <a:spcPts val="0"/>
              </a:spcBef>
              <a:spcAft>
                <a:spcPts val="0"/>
              </a:spcAft>
              <a:buClr>
                <a:schemeClr val="dk1"/>
              </a:buClr>
              <a:buSzPts val="1200"/>
              <a:buFont typeface="Lexend"/>
              <a:buChar char="●"/>
            </a:pPr>
            <a:r>
              <a:rPr lang="en" sz="1200">
                <a:solidFill>
                  <a:schemeClr val="dk1"/>
                </a:solidFill>
              </a:rPr>
              <a:t>Catches mistakes early .</a:t>
            </a:r>
            <a:endParaRPr sz="1200">
              <a:solidFill>
                <a:schemeClr val="dk1"/>
              </a:solidFill>
            </a:endParaRPr>
          </a:p>
          <a:p>
            <a:pPr indent="-241300" lvl="0" marL="342900" rtl="0" algn="l">
              <a:spcBef>
                <a:spcPts val="0"/>
              </a:spcBef>
              <a:spcAft>
                <a:spcPts val="0"/>
              </a:spcAft>
              <a:buClr>
                <a:schemeClr val="dk1"/>
              </a:buClr>
              <a:buSzPts val="1200"/>
              <a:buFont typeface="Lexend"/>
              <a:buChar char="●"/>
            </a:pPr>
            <a:r>
              <a:rPr lang="en" sz="1200">
                <a:solidFill>
                  <a:schemeClr val="dk1"/>
                </a:solidFill>
              </a:rPr>
              <a:t>Makes your code more reliable, reusable, and maintainable.</a:t>
            </a:r>
            <a:endParaRPr sz="1200">
              <a:solidFill>
                <a:schemeClr val="dk1"/>
              </a:solidFill>
            </a:endParaRPr>
          </a:p>
          <a:p>
            <a:pPr indent="0" lvl="0" marL="34290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In industry we use these concepts </a:t>
            </a:r>
            <a:r>
              <a:rPr lang="en" sz="1200" u="sng">
                <a:solidFill>
                  <a:schemeClr val="hlink"/>
                </a:solidFill>
                <a:hlinkClick r:id="rId3"/>
              </a:rPr>
              <a:t>What is Unit Testing? | Agile Alliance</a:t>
            </a:r>
            <a:r>
              <a:rPr lang="en" sz="1200">
                <a:solidFill>
                  <a:schemeClr val="dk1"/>
                </a:solidFill>
              </a:rPr>
              <a:t> and </a:t>
            </a:r>
            <a:r>
              <a:rPr lang="en" sz="1200" u="sng">
                <a:solidFill>
                  <a:schemeClr val="hlink"/>
                </a:solidFill>
                <a:hlinkClick r:id="rId4"/>
              </a:rPr>
              <a:t>Test Driven Development (TDD)</a:t>
            </a:r>
            <a:endParaRPr sz="1200"/>
          </a:p>
        </p:txBody>
      </p:sp>
      <p:grpSp>
        <p:nvGrpSpPr>
          <p:cNvPr id="151" name="Google Shape;151;g3be2f9e4869_0_208"/>
          <p:cNvGrpSpPr/>
          <p:nvPr/>
        </p:nvGrpSpPr>
        <p:grpSpPr>
          <a:xfrm>
            <a:off x="5139342" y="2009994"/>
            <a:ext cx="3850174" cy="975988"/>
            <a:chOff x="8326825" y="3553985"/>
            <a:chExt cx="3651531" cy="925634"/>
          </a:xfrm>
        </p:grpSpPr>
        <p:grpSp>
          <p:nvGrpSpPr>
            <p:cNvPr id="152" name="Google Shape;152;g3be2f9e4869_0_208"/>
            <p:cNvGrpSpPr/>
            <p:nvPr/>
          </p:nvGrpSpPr>
          <p:grpSpPr>
            <a:xfrm>
              <a:off x="8554420" y="3553985"/>
              <a:ext cx="3423936" cy="925634"/>
              <a:chOff x="852328" y="2428150"/>
              <a:chExt cx="3866233" cy="1045205"/>
            </a:xfrm>
          </p:grpSpPr>
          <p:pic>
            <p:nvPicPr>
              <p:cNvPr id="153" name="Google Shape;153;g3be2f9e4869_0_208"/>
              <p:cNvPicPr preferRelativeResize="0"/>
              <p:nvPr/>
            </p:nvPicPr>
            <p:blipFill rotWithShape="1">
              <a:blip r:embed="rId5">
                <a:alphaModFix/>
              </a:blip>
              <a:srcRect b="20387" l="0" r="0" t="24121"/>
              <a:stretch/>
            </p:blipFill>
            <p:spPr>
              <a:xfrm>
                <a:off x="852328" y="2550205"/>
                <a:ext cx="3327325" cy="923150"/>
              </a:xfrm>
              <a:prstGeom prst="rect">
                <a:avLst/>
              </a:prstGeom>
              <a:noFill/>
              <a:ln>
                <a:noFill/>
              </a:ln>
            </p:spPr>
          </p:pic>
          <p:sp>
            <p:nvSpPr>
              <p:cNvPr id="154" name="Google Shape;154;g3be2f9e4869_0_208"/>
              <p:cNvSpPr/>
              <p:nvPr/>
            </p:nvSpPr>
            <p:spPr>
              <a:xfrm>
                <a:off x="3187361" y="2663317"/>
                <a:ext cx="1531200" cy="739200"/>
              </a:xfrm>
              <a:prstGeom prst="rightArrow">
                <a:avLst>
                  <a:gd fmla="val 50000" name="adj1"/>
                  <a:gd fmla="val 50000" name="adj2"/>
                </a:avLst>
              </a:prstGeom>
              <a:solidFill>
                <a:srgbClr val="C9DAF8"/>
              </a:solidFill>
              <a:ln cap="flat" cmpd="sng" w="10075">
                <a:solidFill>
                  <a:srgbClr val="595959"/>
                </a:solidFill>
                <a:prstDash val="solid"/>
                <a:round/>
                <a:headEnd len="sm" w="sm" type="none"/>
                <a:tailEnd len="sm" w="sm" type="none"/>
              </a:ln>
            </p:spPr>
            <p:txBody>
              <a:bodyPr anchorCtr="0" anchor="ctr" bIns="85375" lIns="85375" spcFirstLastPara="1" rIns="85375" wrap="square" tIns="85375">
                <a:noAutofit/>
              </a:bodyPr>
              <a:lstStyle/>
              <a:p>
                <a:pPr indent="0" lvl="0" marL="0" marR="0" rtl="0" algn="ctr">
                  <a:lnSpc>
                    <a:spcPct val="100000"/>
                  </a:lnSpc>
                  <a:spcBef>
                    <a:spcPts val="0"/>
                  </a:spcBef>
                  <a:spcAft>
                    <a:spcPts val="0"/>
                  </a:spcAft>
                  <a:buClr>
                    <a:srgbClr val="000000"/>
                  </a:buClr>
                  <a:buSzPts val="1265"/>
                  <a:buFont typeface="Arial"/>
                  <a:buNone/>
                </a:pPr>
                <a:r>
                  <a:rPr b="0" i="0" lang="en" sz="1265" u="none" cap="none" strike="noStrike">
                    <a:solidFill>
                      <a:srgbClr val="000000"/>
                    </a:solidFill>
                    <a:latin typeface="Arial"/>
                    <a:ea typeface="Arial"/>
                    <a:cs typeface="Arial"/>
                    <a:sym typeface="Arial"/>
                  </a:rPr>
                  <a:t>postconditions</a:t>
                </a:r>
                <a:endParaRPr b="0" i="0" sz="1265" u="none" cap="none" strike="noStrike">
                  <a:solidFill>
                    <a:srgbClr val="000000"/>
                  </a:solidFill>
                  <a:latin typeface="Arial"/>
                  <a:ea typeface="Arial"/>
                  <a:cs typeface="Arial"/>
                  <a:sym typeface="Arial"/>
                </a:endParaRPr>
              </a:p>
            </p:txBody>
          </p:sp>
          <p:sp>
            <p:nvSpPr>
              <p:cNvPr id="155" name="Google Shape;155;g3be2f9e4869_0_208"/>
              <p:cNvSpPr/>
              <p:nvPr/>
            </p:nvSpPr>
            <p:spPr>
              <a:xfrm>
                <a:off x="1960988" y="2428150"/>
                <a:ext cx="1110000" cy="258600"/>
              </a:xfrm>
              <a:prstGeom prst="rect">
                <a:avLst/>
              </a:prstGeom>
              <a:solidFill>
                <a:srgbClr val="C9DAF8"/>
              </a:solidFill>
              <a:ln cap="flat" cmpd="sng" w="10075">
                <a:solidFill>
                  <a:srgbClr val="595959"/>
                </a:solidFill>
                <a:prstDash val="solid"/>
                <a:round/>
                <a:headEnd len="sm" w="sm" type="none"/>
                <a:tailEnd len="sm" w="sm" type="none"/>
              </a:ln>
            </p:spPr>
            <p:txBody>
              <a:bodyPr anchorCtr="0" anchor="ctr" bIns="85375" lIns="85375" spcFirstLastPara="1" rIns="85375" wrap="square" tIns="85375">
                <a:noAutofit/>
              </a:bodyPr>
              <a:lstStyle/>
              <a:p>
                <a:pPr indent="0" lvl="0" marL="0" marR="0" rtl="0" algn="ctr">
                  <a:lnSpc>
                    <a:spcPct val="100000"/>
                  </a:lnSpc>
                  <a:spcBef>
                    <a:spcPts val="0"/>
                  </a:spcBef>
                  <a:spcAft>
                    <a:spcPts val="0"/>
                  </a:spcAft>
                  <a:buClr>
                    <a:srgbClr val="000000"/>
                  </a:buClr>
                  <a:buSzPts val="1265"/>
                  <a:buFont typeface="Arial"/>
                  <a:buNone/>
                </a:pPr>
                <a:r>
                  <a:rPr lang="en" sz="1265"/>
                  <a:t>algorithm</a:t>
                </a:r>
                <a:endParaRPr b="0" i="0" sz="1265" u="none" cap="none" strike="noStrike">
                  <a:solidFill>
                    <a:srgbClr val="000000"/>
                  </a:solidFill>
                  <a:latin typeface="Arial"/>
                  <a:ea typeface="Arial"/>
                  <a:cs typeface="Arial"/>
                  <a:sym typeface="Arial"/>
                </a:endParaRPr>
              </a:p>
            </p:txBody>
          </p:sp>
        </p:grpSp>
        <p:sp>
          <p:nvSpPr>
            <p:cNvPr id="156" name="Google Shape;156;g3be2f9e4869_0_208"/>
            <p:cNvSpPr/>
            <p:nvPr/>
          </p:nvSpPr>
          <p:spPr>
            <a:xfrm>
              <a:off x="8326825" y="3807550"/>
              <a:ext cx="1278300" cy="609300"/>
            </a:xfrm>
            <a:prstGeom prst="rightArrow">
              <a:avLst>
                <a:gd fmla="val 50000" name="adj1"/>
                <a:gd fmla="val 50000" name="adj2"/>
              </a:avLst>
            </a:prstGeom>
            <a:solidFill>
              <a:srgbClr val="C9DAF8"/>
            </a:solidFill>
            <a:ln cap="flat" cmpd="sng" w="10075">
              <a:solidFill>
                <a:srgbClr val="595959"/>
              </a:solidFill>
              <a:prstDash val="solid"/>
              <a:round/>
              <a:headEnd len="sm" w="sm" type="none"/>
              <a:tailEnd len="sm" w="sm" type="none"/>
            </a:ln>
          </p:spPr>
          <p:txBody>
            <a:bodyPr anchorCtr="0" anchor="ctr" bIns="96425" lIns="96425" spcFirstLastPara="1" rIns="96425" wrap="square" tIns="96425">
              <a:noAutofit/>
            </a:bodyPr>
            <a:lstStyle/>
            <a:p>
              <a:pPr indent="0" lvl="0" marL="0" marR="0" rtl="0" algn="ctr">
                <a:lnSpc>
                  <a:spcPct val="100000"/>
                </a:lnSpc>
                <a:spcBef>
                  <a:spcPts val="0"/>
                </a:spcBef>
                <a:spcAft>
                  <a:spcPts val="0"/>
                </a:spcAft>
                <a:buClr>
                  <a:srgbClr val="000000"/>
                </a:buClr>
                <a:buSzPts val="1546"/>
                <a:buFont typeface="Arial"/>
                <a:buNone/>
              </a:pPr>
              <a:r>
                <a:rPr b="0" i="0" lang="en" sz="1124" u="none" cap="none" strike="noStrike">
                  <a:solidFill>
                    <a:srgbClr val="000000"/>
                  </a:solidFill>
                  <a:latin typeface="Arial"/>
                  <a:ea typeface="Arial"/>
                  <a:cs typeface="Arial"/>
                  <a:sym typeface="Arial"/>
                </a:rPr>
                <a:t>preconditions</a:t>
              </a:r>
              <a:endParaRPr b="0" i="0" sz="1124" u="none" cap="none" strike="noStrike">
                <a:solidFill>
                  <a:srgbClr val="000000"/>
                </a:solidFill>
                <a:latin typeface="Arial"/>
                <a:ea typeface="Arial"/>
                <a:cs typeface="Arial"/>
                <a:sym typeface="Arial"/>
              </a:endParaRPr>
            </a:p>
          </p:txBody>
        </p:sp>
      </p:grpSp>
      <p:pic>
        <p:nvPicPr>
          <p:cNvPr id="157" name="Google Shape;157;g3be2f9e4869_0_208"/>
          <p:cNvPicPr preferRelativeResize="0"/>
          <p:nvPr/>
        </p:nvPicPr>
        <p:blipFill rotWithShape="1">
          <a:blip r:embed="rId6">
            <a:alphaModFix/>
          </a:blip>
          <a:srcRect b="0" l="0" r="0" t="0"/>
          <a:stretch/>
        </p:blipFill>
        <p:spPr>
          <a:xfrm>
            <a:off x="8091675" y="4486838"/>
            <a:ext cx="527250" cy="5272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be2f9e4869_0_225"/>
          <p:cNvSpPr txBox="1"/>
          <p:nvPr>
            <p:ph type="title"/>
          </p:nvPr>
        </p:nvSpPr>
        <p:spPr>
          <a:xfrm>
            <a:off x="256950" y="97538"/>
            <a:ext cx="8630100" cy="483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a:t>Lab: GE M01 2.2 Design Calculate Grades</a:t>
            </a:r>
            <a:endParaRPr sz="1800"/>
          </a:p>
        </p:txBody>
      </p:sp>
      <p:sp>
        <p:nvSpPr>
          <p:cNvPr id="163" name="Google Shape;163;g3be2f9e4869_0_225"/>
          <p:cNvSpPr txBox="1"/>
          <p:nvPr>
            <p:ph idx="1" type="body"/>
          </p:nvPr>
        </p:nvSpPr>
        <p:spPr>
          <a:xfrm>
            <a:off x="182250" y="625875"/>
            <a:ext cx="7811400" cy="2584800"/>
          </a:xfrm>
          <a:prstGeom prst="rect">
            <a:avLst/>
          </a:prstGeom>
          <a:solidFill>
            <a:srgbClr val="D9D2E9"/>
          </a:solidFill>
          <a:ln>
            <a:noFill/>
          </a:ln>
        </p:spPr>
        <p:txBody>
          <a:bodyPr anchorCtr="0" anchor="t" bIns="45700" lIns="91425" spcFirstLastPara="1" rIns="91425" wrap="square" tIns="45700">
            <a:noAutofit/>
          </a:bodyPr>
          <a:lstStyle/>
          <a:p>
            <a:pPr indent="0" lvl="0" marL="0" rtl="0" algn="l">
              <a:lnSpc>
                <a:spcPct val="100000"/>
              </a:lnSpc>
              <a:spcBef>
                <a:spcPts val="400"/>
              </a:spcBef>
              <a:spcAft>
                <a:spcPts val="0"/>
              </a:spcAft>
              <a:buSzPts val="500"/>
              <a:buNone/>
            </a:pPr>
            <a:r>
              <a:rPr lang="en" sz="1400"/>
              <a:t>Do you know how to calculate your grade for this class?</a:t>
            </a:r>
            <a:endParaRPr sz="1400"/>
          </a:p>
          <a:p>
            <a:pPr indent="0" lvl="0" marL="0" rtl="0" algn="l">
              <a:lnSpc>
                <a:spcPct val="100000"/>
              </a:lnSpc>
              <a:spcBef>
                <a:spcPts val="400"/>
              </a:spcBef>
              <a:spcAft>
                <a:spcPts val="0"/>
              </a:spcAft>
              <a:buSzPts val="500"/>
              <a:buNone/>
            </a:pPr>
            <a:r>
              <a:rPr lang="en" sz="1400"/>
              <a:t>On Paper</a:t>
            </a:r>
            <a:endParaRPr sz="1400"/>
          </a:p>
          <a:p>
            <a:pPr indent="-317500" lvl="0" marL="457200" rtl="0" algn="l">
              <a:lnSpc>
                <a:spcPct val="100000"/>
              </a:lnSpc>
              <a:spcBef>
                <a:spcPts val="400"/>
              </a:spcBef>
              <a:spcAft>
                <a:spcPts val="0"/>
              </a:spcAft>
              <a:buSzPts val="1400"/>
              <a:buAutoNum type="arabicPeriod"/>
            </a:pPr>
            <a:r>
              <a:rPr lang="en" sz="1400"/>
              <a:t>On Paper </a:t>
            </a:r>
            <a:r>
              <a:rPr lang="en" sz="1400"/>
              <a:t>Write Test Cases: </a:t>
            </a:r>
            <a:endParaRPr sz="1400"/>
          </a:p>
          <a:p>
            <a:pPr indent="-317500" lvl="1" marL="914400" rtl="0" algn="l">
              <a:lnSpc>
                <a:spcPct val="100000"/>
              </a:lnSpc>
              <a:spcBef>
                <a:spcPts val="0"/>
              </a:spcBef>
              <a:spcAft>
                <a:spcPts val="0"/>
              </a:spcAft>
              <a:buSzPts val="1400"/>
              <a:buAutoNum type="alphaLcPeriod"/>
            </a:pPr>
            <a:r>
              <a:rPr lang="en" sz="1400"/>
              <a:t>Precondition: What do you need to calculate a grade?</a:t>
            </a:r>
            <a:endParaRPr sz="1400"/>
          </a:p>
          <a:p>
            <a:pPr indent="-317500" lvl="1" marL="914400" rtl="0" algn="l">
              <a:lnSpc>
                <a:spcPct val="100000"/>
              </a:lnSpc>
              <a:spcBef>
                <a:spcPts val="0"/>
              </a:spcBef>
              <a:spcAft>
                <a:spcPts val="0"/>
              </a:spcAft>
              <a:buSzPts val="1400"/>
              <a:buAutoNum type="alphaLcPeriod"/>
            </a:pPr>
            <a:r>
              <a:rPr lang="en" sz="1400"/>
              <a:t>Algorithm: What are the steps to calculate grade</a:t>
            </a:r>
            <a:endParaRPr sz="1400"/>
          </a:p>
          <a:p>
            <a:pPr indent="-317500" lvl="1" marL="914400" rtl="0" algn="l">
              <a:lnSpc>
                <a:spcPct val="100000"/>
              </a:lnSpc>
              <a:spcBef>
                <a:spcPts val="0"/>
              </a:spcBef>
              <a:spcAft>
                <a:spcPts val="0"/>
              </a:spcAft>
              <a:buSzPts val="1400"/>
              <a:buAutoNum type="alphaLcPeriod"/>
            </a:pPr>
            <a:r>
              <a:rPr lang="en" sz="1400"/>
              <a:t>Post Condition: What are the expected results</a:t>
            </a:r>
            <a:endParaRPr sz="1400"/>
          </a:p>
          <a:p>
            <a:pPr indent="-317500" lvl="0" marL="457200" rtl="0" algn="l">
              <a:spcBef>
                <a:spcPts val="0"/>
              </a:spcBef>
              <a:spcAft>
                <a:spcPts val="0"/>
              </a:spcAft>
              <a:buClr>
                <a:srgbClr val="434343"/>
              </a:buClr>
              <a:buSzPts val="1400"/>
              <a:buAutoNum type="arabicPeriod"/>
            </a:pPr>
            <a:r>
              <a:rPr lang="en" sz="1400"/>
              <a:t>List what you need to stored the information in memory</a:t>
            </a:r>
            <a:endParaRPr sz="1400">
              <a:solidFill>
                <a:schemeClr val="dk1"/>
              </a:solidFill>
            </a:endParaRPr>
          </a:p>
          <a:p>
            <a:pPr indent="-317500" lvl="1" marL="914400" rtl="0" algn="l">
              <a:spcBef>
                <a:spcPts val="0"/>
              </a:spcBef>
              <a:spcAft>
                <a:spcPts val="0"/>
              </a:spcAft>
              <a:buSzPts val="1400"/>
              <a:buAutoNum type="alphaLcPeriod"/>
            </a:pPr>
            <a:r>
              <a:rPr lang="en" sz="1400">
                <a:solidFill>
                  <a:schemeClr val="dk1"/>
                </a:solidFill>
              </a:rPr>
              <a:t>What should be constants? </a:t>
            </a:r>
            <a:endParaRPr sz="1400">
              <a:solidFill>
                <a:schemeClr val="dk1"/>
              </a:solidFill>
            </a:endParaRPr>
          </a:p>
          <a:p>
            <a:pPr indent="-317500" lvl="1" marL="914400" rtl="0" algn="l">
              <a:spcBef>
                <a:spcPts val="0"/>
              </a:spcBef>
              <a:spcAft>
                <a:spcPts val="0"/>
              </a:spcAft>
              <a:buSzPts val="1400"/>
              <a:buAutoNum type="alphaLcPeriod"/>
            </a:pPr>
            <a:r>
              <a:rPr lang="en" sz="1400">
                <a:solidFill>
                  <a:schemeClr val="dk1"/>
                </a:solidFill>
              </a:rPr>
              <a:t>What should be variables?</a:t>
            </a:r>
            <a:endParaRPr sz="1400">
              <a:solidFill>
                <a:schemeClr val="dk1"/>
              </a:solidFill>
            </a:endParaRPr>
          </a:p>
          <a:p>
            <a:pPr indent="-317500" lvl="1" marL="914400" rtl="0" algn="l">
              <a:spcBef>
                <a:spcPts val="0"/>
              </a:spcBef>
              <a:spcAft>
                <a:spcPts val="0"/>
              </a:spcAft>
              <a:buSzPts val="1400"/>
              <a:buAutoNum type="alphaLcPeriod"/>
            </a:pPr>
            <a:r>
              <a:rPr lang="en" sz="1400">
                <a:solidFill>
                  <a:schemeClr val="dk1"/>
                </a:solidFill>
              </a:rPr>
              <a:t>What are the correct naming conventions?</a:t>
            </a:r>
            <a:endParaRPr sz="1400">
              <a:solidFill>
                <a:schemeClr val="dk1"/>
              </a:solidFill>
            </a:endParaRPr>
          </a:p>
          <a:p>
            <a:pPr indent="-317500" lvl="0" marL="457200" rtl="0" algn="l">
              <a:spcBef>
                <a:spcPts val="0"/>
              </a:spcBef>
              <a:spcAft>
                <a:spcPts val="0"/>
              </a:spcAft>
              <a:buSzPts val="1400"/>
              <a:buAutoNum type="arabicPeriod"/>
            </a:pPr>
            <a:r>
              <a:rPr lang="en" sz="1400"/>
              <a:t>What is the algorithm? </a:t>
            </a:r>
            <a:endParaRPr sz="1400"/>
          </a:p>
        </p:txBody>
      </p:sp>
      <p:graphicFrame>
        <p:nvGraphicFramePr>
          <p:cNvPr id="164" name="Google Shape;164;g3be2f9e4869_0_225"/>
          <p:cNvGraphicFramePr/>
          <p:nvPr/>
        </p:nvGraphicFramePr>
        <p:xfrm>
          <a:off x="182260" y="3277341"/>
          <a:ext cx="3000000" cy="3000000"/>
        </p:xfrm>
        <a:graphic>
          <a:graphicData uri="http://schemas.openxmlformats.org/drawingml/2006/table">
            <a:tbl>
              <a:tblPr>
                <a:noFill/>
                <a:tableStyleId>{8B71581D-318D-48C0-ABFC-324BFBDC6A3F}</a:tableStyleId>
              </a:tblPr>
              <a:tblGrid>
                <a:gridCol w="1828400"/>
                <a:gridCol w="2752300"/>
                <a:gridCol w="1296750"/>
              </a:tblGrid>
              <a:tr h="3291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Lexend"/>
                          <a:ea typeface="Lexend"/>
                          <a:cs typeface="Lexend"/>
                          <a:sym typeface="Lexend"/>
                        </a:rPr>
                        <a:t>Pre-Condition</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a:latin typeface="Lexend"/>
                          <a:ea typeface="Lexend"/>
                          <a:cs typeface="Lexend"/>
                          <a:sym typeface="Lexend"/>
                        </a:rPr>
                        <a:t>Algorithm</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Lexend"/>
                          <a:ea typeface="Lexend"/>
                          <a:cs typeface="Lexend"/>
                          <a:sym typeface="Lexend"/>
                        </a:rPr>
                        <a:t>Post Condition</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FEFEF"/>
                    </a:solidFill>
                  </a:tcPr>
                </a:tc>
              </a:tr>
              <a:tr h="683900">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2E9"/>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2E9"/>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2E9"/>
                    </a:solidFill>
                  </a:tcPr>
                </a:tc>
              </a:tr>
              <a:tr h="731650">
                <a:tc>
                  <a:txBody>
                    <a:bodyPr/>
                    <a:lstStyle/>
                    <a:p>
                      <a:pPr indent="0" lvl="0" marL="0" marR="0" rtl="0" algn="l">
                        <a:lnSpc>
                          <a:spcPct val="100000"/>
                        </a:lnSpc>
                        <a:spcBef>
                          <a:spcPts val="0"/>
                        </a:spcBef>
                        <a:spcAft>
                          <a:spcPts val="0"/>
                        </a:spcAft>
                        <a:buClr>
                          <a:srgbClr val="000000"/>
                        </a:buClr>
                        <a:buSzPts val="800"/>
                        <a:buFont typeface="Arial"/>
                        <a:buNone/>
                      </a:pPr>
                      <a:r>
                        <a:t/>
                      </a:r>
                      <a:endParaRPr sz="1100">
                        <a:latin typeface="Lexend"/>
                        <a:ea typeface="Lexend"/>
                        <a:cs typeface="Lexend"/>
                        <a:sym typeface="Lexend"/>
                      </a:endParaRPr>
                    </a:p>
                    <a:p>
                      <a:pPr indent="0" lvl="0" marL="0" marR="0" rtl="0" algn="l">
                        <a:lnSpc>
                          <a:spcPct val="100000"/>
                        </a:lnSpc>
                        <a:spcBef>
                          <a:spcPts val="0"/>
                        </a:spcBef>
                        <a:spcAft>
                          <a:spcPts val="0"/>
                        </a:spcAft>
                        <a:buClr>
                          <a:srgbClr val="000000"/>
                        </a:buClr>
                        <a:buSzPts val="800"/>
                        <a:buFont typeface="Arial"/>
                        <a:buNone/>
                      </a:pPr>
                      <a:r>
                        <a:t/>
                      </a:r>
                      <a:endParaRPr sz="1100">
                        <a:latin typeface="Lexend"/>
                        <a:ea typeface="Lexend"/>
                        <a:cs typeface="Lexend"/>
                        <a:sym typeface="Lexend"/>
                      </a:endParaRPr>
                    </a:p>
                    <a:p>
                      <a:pPr indent="0" lvl="0" marL="0" marR="0" rtl="0" algn="l">
                        <a:lnSpc>
                          <a:spcPct val="100000"/>
                        </a:lnSpc>
                        <a:spcBef>
                          <a:spcPts val="0"/>
                        </a:spcBef>
                        <a:spcAft>
                          <a:spcPts val="0"/>
                        </a:spcAft>
                        <a:buClr>
                          <a:srgbClr val="000000"/>
                        </a:buClr>
                        <a:buSzPts val="800"/>
                        <a:buFont typeface="Arial"/>
                        <a:buNone/>
                      </a:pPr>
                      <a:r>
                        <a:t/>
                      </a:r>
                      <a:endParaRPr sz="1100">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2E9"/>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2E9"/>
                    </a:solidFill>
                  </a:tcPr>
                </a:tc>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Lexend"/>
                        <a:ea typeface="Lexend"/>
                        <a:cs typeface="Lexend"/>
                        <a:sym typeface="Lexend"/>
                      </a:endParaRPr>
                    </a:p>
                  </a:txBody>
                  <a:tcPr marT="47625" marB="47625" marR="47625" marL="476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D9D2E9"/>
                    </a:solidFill>
                  </a:tcPr>
                </a:tc>
              </a:tr>
            </a:tbl>
          </a:graphicData>
        </a:graphic>
      </p:graphicFrame>
      <p:graphicFrame>
        <p:nvGraphicFramePr>
          <p:cNvPr id="165" name="Google Shape;165;g3be2f9e4869_0_225"/>
          <p:cNvGraphicFramePr/>
          <p:nvPr/>
        </p:nvGraphicFramePr>
        <p:xfrm>
          <a:off x="6302900" y="692075"/>
          <a:ext cx="3000000" cy="3000000"/>
        </p:xfrm>
        <a:graphic>
          <a:graphicData uri="http://schemas.openxmlformats.org/drawingml/2006/table">
            <a:tbl>
              <a:tblPr>
                <a:noFill/>
                <a:tableStyleId>{D1B39AA8-8277-4932-93CB-708873150093}</a:tableStyleId>
              </a:tblPr>
              <a:tblGrid>
                <a:gridCol w="1879925"/>
                <a:gridCol w="802800"/>
              </a:tblGrid>
              <a:tr h="381000">
                <a:tc>
                  <a:txBody>
                    <a:bodyPr/>
                    <a:lstStyle/>
                    <a:p>
                      <a:pPr indent="0" lvl="0" marL="0" rtl="0" algn="l">
                        <a:spcBef>
                          <a:spcPts val="0"/>
                        </a:spcBef>
                        <a:spcAft>
                          <a:spcPts val="0"/>
                        </a:spcAft>
                        <a:buNone/>
                      </a:pPr>
                      <a:r>
                        <a:rPr b="1" lang="en" sz="1100">
                          <a:latin typeface="Lexend"/>
                          <a:ea typeface="Lexend"/>
                          <a:cs typeface="Lexend"/>
                          <a:sym typeface="Lexend"/>
                        </a:rPr>
                        <a:t>Weights</a:t>
                      </a:r>
                      <a:endParaRPr b="1" sz="1100">
                        <a:latin typeface="Lexend"/>
                        <a:ea typeface="Lexend"/>
                        <a:cs typeface="Lexend"/>
                        <a:sym typeface="Lexend"/>
                      </a:endParaRPr>
                    </a:p>
                  </a:txBody>
                  <a:tcPr marT="91425" marB="91425" marR="91425" marL="91425">
                    <a:solidFill>
                      <a:srgbClr val="D9EAD3"/>
                    </a:solidFill>
                  </a:tcPr>
                </a:tc>
                <a:tc>
                  <a:txBody>
                    <a:bodyPr/>
                    <a:lstStyle/>
                    <a:p>
                      <a:pPr indent="0" lvl="0" marL="0" rtl="0" algn="l">
                        <a:spcBef>
                          <a:spcPts val="0"/>
                        </a:spcBef>
                        <a:spcAft>
                          <a:spcPts val="0"/>
                        </a:spcAft>
                        <a:buNone/>
                      </a:pPr>
                      <a:r>
                        <a:rPr b="1" lang="en" sz="1100">
                          <a:latin typeface="Lexend"/>
                          <a:ea typeface="Lexend"/>
                          <a:cs typeface="Lexend"/>
                          <a:sym typeface="Lexend"/>
                        </a:rPr>
                        <a:t>Example Grade</a:t>
                      </a:r>
                      <a:endParaRPr b="1" sz="1100">
                        <a:latin typeface="Lexend"/>
                        <a:ea typeface="Lexend"/>
                        <a:cs typeface="Lexend"/>
                        <a:sym typeface="Lexend"/>
                      </a:endParaRPr>
                    </a:p>
                  </a:txBody>
                  <a:tcPr marT="91425" marB="91425" marR="91425" marL="91425">
                    <a:solidFill>
                      <a:srgbClr val="D9EAD3"/>
                    </a:solidFill>
                  </a:tcPr>
                </a:tc>
              </a:tr>
              <a:tr h="381000">
                <a:tc>
                  <a:txBody>
                    <a:bodyPr/>
                    <a:lstStyle/>
                    <a:p>
                      <a:pPr indent="0" lvl="0" marL="0" rtl="0" algn="l">
                        <a:spcBef>
                          <a:spcPts val="0"/>
                        </a:spcBef>
                        <a:spcAft>
                          <a:spcPts val="0"/>
                        </a:spcAft>
                        <a:buNone/>
                      </a:pPr>
                      <a:r>
                        <a:rPr lang="en" sz="1100">
                          <a:latin typeface="Lexend"/>
                          <a:ea typeface="Lexend"/>
                          <a:cs typeface="Lexend"/>
                          <a:sym typeface="Lexend"/>
                        </a:rPr>
                        <a:t>Class participation 15% </a:t>
                      </a:r>
                      <a:endParaRPr sz="1100">
                        <a:latin typeface="Lexend"/>
                        <a:ea typeface="Lexend"/>
                        <a:cs typeface="Lexend"/>
                        <a:sym typeface="Lexend"/>
                      </a:endParaRPr>
                    </a:p>
                  </a:txBody>
                  <a:tcPr marT="91425" marB="91425" marR="91425" marL="91425">
                    <a:solidFill>
                      <a:srgbClr val="D9EAD3"/>
                    </a:solidFill>
                  </a:tcPr>
                </a:tc>
                <a:tc>
                  <a:txBody>
                    <a:bodyPr/>
                    <a:lstStyle/>
                    <a:p>
                      <a:pPr indent="0" lvl="0" marL="0" rtl="0" algn="l">
                        <a:spcBef>
                          <a:spcPts val="0"/>
                        </a:spcBef>
                        <a:spcAft>
                          <a:spcPts val="0"/>
                        </a:spcAft>
                        <a:buNone/>
                      </a:pPr>
                      <a:r>
                        <a:rPr lang="en" sz="1100">
                          <a:latin typeface="Lexend"/>
                          <a:ea typeface="Lexend"/>
                          <a:cs typeface="Lexend"/>
                          <a:sym typeface="Lexend"/>
                        </a:rPr>
                        <a:t>95</a:t>
                      </a:r>
                      <a:endParaRPr sz="1100">
                        <a:latin typeface="Lexend"/>
                        <a:ea typeface="Lexend"/>
                        <a:cs typeface="Lexend"/>
                        <a:sym typeface="Lexend"/>
                      </a:endParaRPr>
                    </a:p>
                  </a:txBody>
                  <a:tcPr marT="91425" marB="91425" marR="91425" marL="91425">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sz="1100">
                          <a:latin typeface="Lexend"/>
                          <a:ea typeface="Lexend"/>
                          <a:cs typeface="Lexend"/>
                          <a:sym typeface="Lexend"/>
                        </a:rPr>
                        <a:t>Guided Explorations 20%</a:t>
                      </a:r>
                      <a:endParaRPr sz="1100">
                        <a:latin typeface="Lexend"/>
                        <a:ea typeface="Lexend"/>
                        <a:cs typeface="Lexend"/>
                        <a:sym typeface="Lexend"/>
                      </a:endParaRPr>
                    </a:p>
                  </a:txBody>
                  <a:tcPr marT="91425" marB="91425" marR="91425" marL="91425">
                    <a:solidFill>
                      <a:srgbClr val="D9EAD3"/>
                    </a:solidFill>
                  </a:tcPr>
                </a:tc>
                <a:tc>
                  <a:txBody>
                    <a:bodyPr/>
                    <a:lstStyle/>
                    <a:p>
                      <a:pPr indent="0" lvl="0" marL="0" rtl="0" algn="l">
                        <a:spcBef>
                          <a:spcPts val="0"/>
                        </a:spcBef>
                        <a:spcAft>
                          <a:spcPts val="0"/>
                        </a:spcAft>
                        <a:buNone/>
                      </a:pPr>
                      <a:r>
                        <a:rPr lang="en" sz="1100">
                          <a:latin typeface="Lexend"/>
                          <a:ea typeface="Lexend"/>
                          <a:cs typeface="Lexend"/>
                          <a:sym typeface="Lexend"/>
                        </a:rPr>
                        <a:t>92</a:t>
                      </a:r>
                      <a:endParaRPr sz="1100">
                        <a:latin typeface="Lexend"/>
                        <a:ea typeface="Lexend"/>
                        <a:cs typeface="Lexend"/>
                        <a:sym typeface="Lexend"/>
                      </a:endParaRPr>
                    </a:p>
                  </a:txBody>
                  <a:tcPr marT="91425" marB="91425" marR="91425" marL="91425">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sz="1100">
                          <a:latin typeface="Lexend"/>
                          <a:ea typeface="Lexend"/>
                          <a:cs typeface="Lexend"/>
                          <a:sym typeface="Lexend"/>
                        </a:rPr>
                        <a:t>Quizzes 25%</a:t>
                      </a:r>
                      <a:endParaRPr sz="1100">
                        <a:latin typeface="Lexend"/>
                        <a:ea typeface="Lexend"/>
                        <a:cs typeface="Lexend"/>
                        <a:sym typeface="Lexend"/>
                      </a:endParaRPr>
                    </a:p>
                  </a:txBody>
                  <a:tcPr marT="91425" marB="91425" marR="91425" marL="91425">
                    <a:solidFill>
                      <a:srgbClr val="D9EAD3"/>
                    </a:solidFill>
                  </a:tcPr>
                </a:tc>
                <a:tc>
                  <a:txBody>
                    <a:bodyPr/>
                    <a:lstStyle/>
                    <a:p>
                      <a:pPr indent="0" lvl="0" marL="0" rtl="0" algn="l">
                        <a:spcBef>
                          <a:spcPts val="0"/>
                        </a:spcBef>
                        <a:spcAft>
                          <a:spcPts val="0"/>
                        </a:spcAft>
                        <a:buNone/>
                      </a:pPr>
                      <a:r>
                        <a:rPr lang="en" sz="1100">
                          <a:latin typeface="Lexend"/>
                          <a:ea typeface="Lexend"/>
                          <a:cs typeface="Lexend"/>
                          <a:sym typeface="Lexend"/>
                        </a:rPr>
                        <a:t>88</a:t>
                      </a:r>
                      <a:endParaRPr sz="1100">
                        <a:latin typeface="Lexend"/>
                        <a:ea typeface="Lexend"/>
                        <a:cs typeface="Lexend"/>
                        <a:sym typeface="Lexend"/>
                      </a:endParaRPr>
                    </a:p>
                  </a:txBody>
                  <a:tcPr marT="91425" marB="91425" marR="91425" marL="91425">
                    <a:solidFill>
                      <a:srgbClr val="D9EAD3"/>
                    </a:solidFill>
                  </a:tcPr>
                </a:tc>
              </a:tr>
              <a:tr h="381000">
                <a:tc>
                  <a:txBody>
                    <a:bodyPr/>
                    <a:lstStyle/>
                    <a:p>
                      <a:pPr indent="0" lvl="0" marL="0" rtl="0" algn="l">
                        <a:spcBef>
                          <a:spcPts val="0"/>
                        </a:spcBef>
                        <a:spcAft>
                          <a:spcPts val="0"/>
                        </a:spcAft>
                        <a:buClr>
                          <a:schemeClr val="dk1"/>
                        </a:buClr>
                        <a:buSzPts val="1100"/>
                        <a:buFont typeface="Arial"/>
                        <a:buNone/>
                      </a:pPr>
                      <a:r>
                        <a:rPr lang="en" sz="1100">
                          <a:latin typeface="Lexend"/>
                          <a:ea typeface="Lexend"/>
                          <a:cs typeface="Lexend"/>
                          <a:sym typeface="Lexend"/>
                        </a:rPr>
                        <a:t>Projects 20%</a:t>
                      </a:r>
                      <a:endParaRPr sz="1100">
                        <a:latin typeface="Lexend"/>
                        <a:ea typeface="Lexend"/>
                        <a:cs typeface="Lexend"/>
                        <a:sym typeface="Lexend"/>
                      </a:endParaRPr>
                    </a:p>
                  </a:txBody>
                  <a:tcPr marT="91425" marB="91425" marR="91425" marL="91425">
                    <a:solidFill>
                      <a:srgbClr val="D9EAD3"/>
                    </a:solidFill>
                  </a:tcPr>
                </a:tc>
                <a:tc>
                  <a:txBody>
                    <a:bodyPr/>
                    <a:lstStyle/>
                    <a:p>
                      <a:pPr indent="0" lvl="0" marL="0" rtl="0" algn="l">
                        <a:spcBef>
                          <a:spcPts val="0"/>
                        </a:spcBef>
                        <a:spcAft>
                          <a:spcPts val="0"/>
                        </a:spcAft>
                        <a:buNone/>
                      </a:pPr>
                      <a:r>
                        <a:rPr lang="en" sz="1100">
                          <a:latin typeface="Lexend"/>
                          <a:ea typeface="Lexend"/>
                          <a:cs typeface="Lexend"/>
                          <a:sym typeface="Lexend"/>
                        </a:rPr>
                        <a:t>87</a:t>
                      </a:r>
                      <a:endParaRPr sz="1100">
                        <a:latin typeface="Lexend"/>
                        <a:ea typeface="Lexend"/>
                        <a:cs typeface="Lexend"/>
                        <a:sym typeface="Lexend"/>
                      </a:endParaRPr>
                    </a:p>
                  </a:txBody>
                  <a:tcPr marT="91425" marB="91425" marR="91425" marL="91425">
                    <a:solidFill>
                      <a:srgbClr val="D9EAD3"/>
                    </a:solidFill>
                  </a:tcPr>
                </a:tc>
              </a:tr>
              <a:tr h="381000">
                <a:tc>
                  <a:txBody>
                    <a:bodyPr/>
                    <a:lstStyle/>
                    <a:p>
                      <a:pPr indent="0" lvl="0" marL="0" rtl="0" algn="l">
                        <a:spcBef>
                          <a:spcPts val="0"/>
                        </a:spcBef>
                        <a:spcAft>
                          <a:spcPts val="0"/>
                        </a:spcAft>
                        <a:buNone/>
                      </a:pPr>
                      <a:r>
                        <a:rPr lang="en" sz="1100">
                          <a:latin typeface="Lexend"/>
                          <a:ea typeface="Lexend"/>
                          <a:cs typeface="Lexend"/>
                          <a:sym typeface="Lexend"/>
                        </a:rPr>
                        <a:t>Final Demonstration 20%</a:t>
                      </a:r>
                      <a:endParaRPr sz="1100">
                        <a:latin typeface="Lexend"/>
                        <a:ea typeface="Lexend"/>
                        <a:cs typeface="Lexend"/>
                        <a:sym typeface="Lexend"/>
                      </a:endParaRPr>
                    </a:p>
                  </a:txBody>
                  <a:tcPr marT="91425" marB="91425" marR="91425" marL="91425">
                    <a:solidFill>
                      <a:srgbClr val="D9EAD3"/>
                    </a:solidFill>
                  </a:tcPr>
                </a:tc>
                <a:tc>
                  <a:txBody>
                    <a:bodyPr/>
                    <a:lstStyle/>
                    <a:p>
                      <a:pPr indent="0" lvl="0" marL="0" rtl="0" algn="l">
                        <a:spcBef>
                          <a:spcPts val="0"/>
                        </a:spcBef>
                        <a:spcAft>
                          <a:spcPts val="0"/>
                        </a:spcAft>
                        <a:buNone/>
                      </a:pPr>
                      <a:r>
                        <a:rPr lang="en" sz="1100">
                          <a:latin typeface="Lexend"/>
                          <a:ea typeface="Lexend"/>
                          <a:cs typeface="Lexend"/>
                          <a:sym typeface="Lexend"/>
                        </a:rPr>
                        <a:t>93</a:t>
                      </a:r>
                      <a:endParaRPr sz="1100">
                        <a:latin typeface="Lexend"/>
                        <a:ea typeface="Lexend"/>
                        <a:cs typeface="Lexend"/>
                        <a:sym typeface="Lexend"/>
                      </a:endParaRPr>
                    </a:p>
                  </a:txBody>
                  <a:tcPr marT="91425" marB="91425" marR="91425" marL="91425">
                    <a:solidFill>
                      <a:srgbClr val="D9EAD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be2f9e4869_0_282"/>
          <p:cNvSpPr txBox="1"/>
          <p:nvPr>
            <p:ph type="title"/>
          </p:nvPr>
        </p:nvSpPr>
        <p:spPr>
          <a:xfrm>
            <a:off x="322375" y="205987"/>
            <a:ext cx="8229600" cy="4833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lang="en"/>
              <a:t>Preparation</a:t>
            </a:r>
            <a:endParaRPr/>
          </a:p>
        </p:txBody>
      </p:sp>
      <p:sp>
        <p:nvSpPr>
          <p:cNvPr id="171" name="Google Shape;171;g3be2f9e4869_0_282"/>
          <p:cNvSpPr txBox="1"/>
          <p:nvPr>
            <p:ph idx="1" type="body"/>
          </p:nvPr>
        </p:nvSpPr>
        <p:spPr>
          <a:xfrm>
            <a:off x="322375" y="689275"/>
            <a:ext cx="8554500" cy="44541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 sz="1200"/>
              <a:t>Go to canvas below today’s lecture and last lecture to see what you should be doing. Make time in your calendar to work on what is due next week from this week.</a:t>
            </a:r>
            <a:endParaRPr sz="1200"/>
          </a:p>
          <a:p>
            <a:pPr indent="0" lvl="0" marL="0" rtl="0" algn="l">
              <a:spcBef>
                <a:spcPts val="360"/>
              </a:spcBef>
              <a:spcAft>
                <a:spcPts val="0"/>
              </a:spcAft>
              <a:buNone/>
            </a:pPr>
            <a:r>
              <a:rPr lang="en" sz="1200"/>
              <a:t>Use </a:t>
            </a:r>
            <a:r>
              <a:rPr lang="en" sz="1200" u="sng">
                <a:solidFill>
                  <a:schemeClr val="hlink"/>
                </a:solidFill>
                <a:hlinkClick r:id="rId3"/>
              </a:rPr>
              <a:t>lectures 01 and 02 </a:t>
            </a:r>
            <a:r>
              <a:rPr lang="en" sz="1200"/>
              <a:t>and </a:t>
            </a:r>
            <a:r>
              <a:rPr lang="en" sz="1200">
                <a:solidFill>
                  <a:schemeClr val="dk1"/>
                </a:solidFill>
              </a:rPr>
              <a:t>and  the following book sections to help you practice</a:t>
            </a:r>
            <a:endParaRPr sz="1200">
              <a:solidFill>
                <a:schemeClr val="dk1"/>
              </a:solidFill>
            </a:endParaRPr>
          </a:p>
          <a:p>
            <a:pPr indent="-304800" lvl="0" marL="457200" rtl="0" algn="l">
              <a:lnSpc>
                <a:spcPct val="115000"/>
              </a:lnSpc>
              <a:spcBef>
                <a:spcPts val="1200"/>
              </a:spcBef>
              <a:spcAft>
                <a:spcPts val="0"/>
              </a:spcAft>
              <a:buSzPts val="1200"/>
              <a:buFont typeface="Lexend"/>
              <a:buChar char="●"/>
            </a:pPr>
            <a:r>
              <a:rPr lang="en" sz="1200">
                <a:solidFill>
                  <a:schemeClr val="dk1"/>
                </a:solidFill>
              </a:rPr>
              <a:t> </a:t>
            </a:r>
            <a:r>
              <a:rPr lang="en" sz="1200" u="sng">
                <a:solidFill>
                  <a:schemeClr val="hlink"/>
                </a:solidFill>
                <a:hlinkClick r:id="rId4"/>
              </a:rPr>
              <a:t>1.2. Why Programming? Why Java?</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5"/>
              </a:rPr>
              <a:t>1.2.1. First Java Program</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6"/>
              </a:rPr>
              <a:t>1.2.2. Print Commands</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7"/>
              </a:rPr>
              <a:t>1.2.3. Syntax Errors</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8"/>
              </a:rPr>
              <a:t>1.2.4. Debugging Challenge</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9"/>
              </a:rPr>
              <a:t>1.2.5. Comments</a:t>
            </a:r>
            <a:endParaRPr sz="1200" u="sng">
              <a:solidFill>
                <a:schemeClr val="hlink"/>
              </a:solidFill>
            </a:endParaRPr>
          </a:p>
          <a:p>
            <a:pPr indent="-304800" lvl="0" marL="457200" rtl="0" algn="l">
              <a:lnSpc>
                <a:spcPct val="115000"/>
              </a:lnSpc>
              <a:spcBef>
                <a:spcPts val="0"/>
              </a:spcBef>
              <a:spcAft>
                <a:spcPts val="0"/>
              </a:spcAft>
              <a:buSzPts val="1200"/>
              <a:buFont typeface="Lexend"/>
              <a:buChar char="●"/>
            </a:pPr>
            <a:r>
              <a:rPr lang="en" sz="1200" u="sng">
                <a:solidFill>
                  <a:schemeClr val="hlink"/>
                </a:solidFill>
                <a:hlinkClick r:id="rId10"/>
              </a:rPr>
              <a:t>1.3. Variables and Data Types</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1"/>
              </a:rPr>
              <a:t>1.3.1. What is a Variable?</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2"/>
              </a:rPr>
              <a:t>1.3.2. Data Types</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3"/>
              </a:rPr>
              <a:t>1.3.3. Declaring Variables in Java</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4"/>
              </a:rPr>
              <a:t>1.3.4. String Concatenation</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5"/>
              </a:rPr>
              <a:t>1.3.5. Naming Variables</a:t>
            </a:r>
            <a:endParaRPr sz="1200" u="sng">
              <a:solidFill>
                <a:schemeClr val="hlink"/>
              </a:solidFill>
            </a:endParaRPr>
          </a:p>
          <a:p>
            <a:pPr indent="-304800" lvl="0" marL="457200" rtl="0" algn="l">
              <a:lnSpc>
                <a:spcPct val="115000"/>
              </a:lnSpc>
              <a:spcBef>
                <a:spcPts val="0"/>
              </a:spcBef>
              <a:spcAft>
                <a:spcPts val="0"/>
              </a:spcAft>
              <a:buSzPts val="1200"/>
              <a:buFont typeface="Lexend"/>
              <a:buChar char="●"/>
            </a:pPr>
            <a:r>
              <a:rPr lang="en" sz="1200" u="sng">
                <a:solidFill>
                  <a:schemeClr val="hlink"/>
                </a:solidFill>
                <a:hlinkClick r:id="rId16"/>
              </a:rPr>
              <a:t>1.4. Expressions and Assignment Statements</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7"/>
              </a:rPr>
              <a:t>1.4.1. Assignment Statements</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8"/>
              </a:rPr>
              <a:t>1.4.2. Incrementing the value of a variable</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19"/>
              </a:rPr>
              <a:t>1.4.3. Operators</a:t>
            </a:r>
            <a:endParaRPr sz="1200" u="sng">
              <a:solidFill>
                <a:schemeClr val="hlink"/>
              </a:solidFill>
            </a:endParaRPr>
          </a:p>
          <a:p>
            <a:pPr indent="-304800" lvl="1" marL="914400" rtl="0" algn="l">
              <a:lnSpc>
                <a:spcPct val="115000"/>
              </a:lnSpc>
              <a:spcBef>
                <a:spcPts val="0"/>
              </a:spcBef>
              <a:spcAft>
                <a:spcPts val="0"/>
              </a:spcAft>
              <a:buSzPts val="1200"/>
              <a:buFont typeface="Lexend"/>
              <a:buChar char="○"/>
            </a:pPr>
            <a:r>
              <a:rPr lang="en" sz="1200" u="sng">
                <a:solidFill>
                  <a:schemeClr val="hlink"/>
                </a:solidFill>
                <a:hlinkClick r:id="rId20"/>
              </a:rPr>
              <a:t>1.4.4. The Modulo Operator</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b Final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